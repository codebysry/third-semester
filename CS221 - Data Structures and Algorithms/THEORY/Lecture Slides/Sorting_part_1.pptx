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3"/>
    <p:sldMasterId id="2147483840" r:id="rId4"/>
  </p:sldMasterIdLst>
  <p:notesMasterIdLst>
    <p:notesMasterId r:id="rId107"/>
  </p:notesMasterIdLst>
  <p:sldIdLst>
    <p:sldId id="264" r:id="rId5"/>
    <p:sldId id="265" r:id="rId6"/>
    <p:sldId id="266" r:id="rId7"/>
    <p:sldId id="267" r:id="rId8"/>
    <p:sldId id="268" r:id="rId9"/>
    <p:sldId id="269" r:id="rId10"/>
    <p:sldId id="270" r:id="rId11"/>
    <p:sldId id="398" r:id="rId12"/>
    <p:sldId id="372" r:id="rId13"/>
    <p:sldId id="311" r:id="rId14"/>
    <p:sldId id="312" r:id="rId15"/>
    <p:sldId id="273" r:id="rId16"/>
    <p:sldId id="318" r:id="rId17"/>
    <p:sldId id="319" r:id="rId18"/>
    <p:sldId id="320" r:id="rId19"/>
    <p:sldId id="321" r:id="rId20"/>
    <p:sldId id="323" r:id="rId21"/>
    <p:sldId id="322" r:id="rId22"/>
    <p:sldId id="399" r:id="rId23"/>
    <p:sldId id="373" r:id="rId24"/>
    <p:sldId id="403" r:id="rId25"/>
    <p:sldId id="404" r:id="rId26"/>
    <p:sldId id="402" r:id="rId27"/>
    <p:sldId id="401" r:id="rId28"/>
    <p:sldId id="375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3" r:id="rId40"/>
    <p:sldId id="297" r:id="rId41"/>
    <p:sldId id="294" r:id="rId42"/>
    <p:sldId id="291" r:id="rId43"/>
    <p:sldId id="295" r:id="rId44"/>
    <p:sldId id="296" r:id="rId45"/>
    <p:sldId id="299" r:id="rId46"/>
    <p:sldId id="298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24" r:id="rId57"/>
    <p:sldId id="325" r:id="rId58"/>
    <p:sldId id="326" r:id="rId59"/>
    <p:sldId id="409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77" r:id="rId77"/>
    <p:sldId id="343" r:id="rId78"/>
    <p:sldId id="344" r:id="rId79"/>
    <p:sldId id="347" r:id="rId80"/>
    <p:sldId id="345" r:id="rId81"/>
    <p:sldId id="346" r:id="rId82"/>
    <p:sldId id="348" r:id="rId83"/>
    <p:sldId id="349" r:id="rId84"/>
    <p:sldId id="350" r:id="rId85"/>
    <p:sldId id="351" r:id="rId86"/>
    <p:sldId id="352" r:id="rId87"/>
    <p:sldId id="354" r:id="rId88"/>
    <p:sldId id="355" r:id="rId89"/>
    <p:sldId id="405" r:id="rId90"/>
    <p:sldId id="356" r:id="rId91"/>
    <p:sldId id="357" r:id="rId92"/>
    <p:sldId id="358" r:id="rId93"/>
    <p:sldId id="406" r:id="rId94"/>
    <p:sldId id="407" r:id="rId95"/>
    <p:sldId id="362" r:id="rId96"/>
    <p:sldId id="408" r:id="rId97"/>
    <p:sldId id="364" r:id="rId98"/>
    <p:sldId id="365" r:id="rId99"/>
    <p:sldId id="367" r:id="rId100"/>
    <p:sldId id="366" r:id="rId101"/>
    <p:sldId id="368" r:id="rId102"/>
    <p:sldId id="369" r:id="rId103"/>
    <p:sldId id="370" r:id="rId104"/>
    <p:sldId id="371" r:id="rId105"/>
    <p:sldId id="378" r:id="rId10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53325"/>
    <a:srgbClr val="A23847"/>
    <a:srgbClr val="A41304"/>
    <a:srgbClr val="6F2731"/>
    <a:srgbClr val="9D3D88"/>
    <a:srgbClr val="4B0096"/>
    <a:srgbClr val="6C2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2832" autoAdjust="0"/>
  </p:normalViewPr>
  <p:slideViewPr>
    <p:cSldViewPr>
      <p:cViewPr>
        <p:scale>
          <a:sx n="60" d="100"/>
          <a:sy n="60" d="100"/>
        </p:scale>
        <p:origin x="1412" y="-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92A7FF3-CA39-E91B-DA8B-2BD76DE4AB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3D5B466-0DF6-5550-DF8A-C8D73FA350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1E3CA85-86EB-4303-A96A-27BB9F67F3C9}" type="datetimeFigureOut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724017E-07BD-5FE0-F6A2-3F7BB272B98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5F29DD1B-95F8-86CD-E03C-9C44F42FE57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8D79D6AF-5C39-2A6C-DF5E-E331ACFF6A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45C760C3-1896-9CA7-5D04-5428427093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4AB09AA4-AEF1-4C6A-BE96-AF2E58AD7C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8A7F260-7243-909C-AB8C-BD2434B3FA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D5FBDB8-7961-5B65-DCBE-15A645482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6FF5E08-FD2A-34C2-2F98-957E512FEB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6B2F02F-E0D1-30C8-0055-CB70F63F4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52D216C-1DC7-793C-8E11-F633BCA8D3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9C4F2B0-AD03-8843-45D6-E0A8D6D39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9BD29C1-012C-5D91-220E-0B0D96AA5B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E5C35E1-0FE6-60A7-F4E8-1DB072C05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132B549-D961-32D1-8A01-404175A030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D563C4D-E20E-A70C-C1EF-C477827FE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FBF9C2F-EDEA-38B1-345A-CC78B0BA1B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D243222-1BF7-7C71-1654-6F0568552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F166DA7-CBB7-D10D-E6B5-52505A03B3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6F708BE-2A33-DC52-5DFC-4E90D566D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5211B73-9495-9289-1CC7-0C786A4D059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5B9F0A3-C244-065C-A2A6-D2B9083D0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EEC3502-721F-664C-66F6-A445CD6435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420D469-436C-D48C-5EBD-A1CF9ED74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997F56F-1CAC-502D-3AF1-4EC855191C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CF63A99-A6F2-2FAB-FCAC-A6FEF6F99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F2FDC1B-CCE5-1EDF-A8D7-1E368F7074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CED3B22-D7D6-6305-4DAA-D060D83B4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8FEFD40-1D1E-D1B1-240C-AC3E345F41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9A6C70B-1096-9800-862E-4AAE3A2CF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997E131-B5E9-2B22-4B31-0AAF327044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DFF06C4-2F35-2176-BD79-9BC343C6C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5896FB7-C8C6-2F48-CF4D-DBCF23CDC7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8A77DD6-88E6-CB88-1F7E-770D5810B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2CC7F29-1760-C458-B0C2-2D361DFA43A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F71D1C3-F7DC-A0D2-CEDE-DE80E2A49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3E05A51-7EE0-34D5-6E55-5C1F7541A2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57329D3-9FBF-A3E5-F435-AB3E0FA10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F369FBE-6F51-6142-1AC9-2A3186DFDB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AD93688-7EDC-B3EF-D1A7-4519542F8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2F91673-0697-86E6-B32A-FE1E32DD27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955358B-17F5-452D-520C-815DA38E0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BAB68CD-BAB5-E8C0-F1E4-0BEF6BDFD6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74F9E28-B576-9E78-FB93-B5294338A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826AE39-0601-C085-F178-771DC9611C9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294F0C8-D377-6263-F721-16D7217DE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AF229F5-FE7D-3AE0-C5D4-1742CB6A02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FD820E5-0FA0-68C5-EBDE-0461C90A7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8B713B0-01CD-54D3-149F-8F087FF1769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ED57CAF-62ED-C102-DA4F-0225D429C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7811037-2394-098B-349D-1A5BBC1580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200AE0A-C789-B027-D1E6-FFA06D89D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5996121-8065-168E-67DB-3C04781F44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A6232D5-8233-4996-91E6-ED117D5B8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39B6B25-1D7C-1321-A36B-A620D200103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497BBBC-CCC3-7F98-AA9E-CEEE4DBD2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077E579-FC76-5464-A40A-B28AC9921D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AB92BB8-7524-A4A9-5E8A-BAA6B63D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77D6AA6-0D48-8FB5-251B-CD394DEF3E7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36E2B90-2158-9803-B493-BB07CF424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4A5EA8D-E1B1-8FF5-7C12-3DE3750FDE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30E9CC4-185E-AB90-85D5-20D1BB5B4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2116AF4B-1D77-0002-CEC5-B4D11081EF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85E0E73-EA5A-F91A-982B-2590E18F0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D5DC6CA-8B24-B973-F598-9DC0E1316D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5C5E127-35AB-1A17-6AEC-217B20FCD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9F8CA20-E0D3-3A53-F5F8-CC180480D6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F5C19D1-2755-3765-4ABD-6D8E49B6C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DB0BE21-28C1-F868-947F-EA383A723B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8C185B6-B395-3CF6-4000-F78508162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50C7F55-9A07-73C4-2D7E-0DFD912CBE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D44DB5F-BCFF-1B98-4FA6-A3329D22F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4ED3BDB-C0AE-D10D-607E-D786E46408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6C94F7A-C94F-6CC1-A8BB-632E88984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603D527-7D82-8248-DA16-72E6A5ABC6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5F42BFC-A417-C2A9-FFD0-0382D084A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A4E50D7-5BDF-D8C2-0FC1-A4C1CB7CB6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7C0621B-358F-50ED-8477-23963F489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F9409C7-02C8-C76D-63A6-271FE70689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802166D-40B8-CAB6-3487-E4F306E2C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ECD2893-8EE9-604E-0E77-0B9CE5F971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1B52C6A-55CC-AFFD-59BB-9E4667FCE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1DFE5063-1D40-B9F4-AE19-D080DB5537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4619A37-0F72-CCEA-7A94-419253199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EF4E684-81B6-AA36-9BF8-6C7A6EACBF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C77B3C7-3E19-9CED-D5E6-67B6B35A6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93012EBB-5700-FF9E-6620-99932925FC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DAA587A-7DEB-3EEA-CECE-814CCB68A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59DFF68-110C-7D23-EDD9-99664B9460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725E788-95D3-E62D-280B-479AA68D1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DF0407D-970D-365A-196E-2858E8DB87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77CF686F-9FF2-1B80-6B4F-68B8AC109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AF327E0-93CD-4D3B-6A81-6923515249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82BF334-FF42-BC55-F26E-EDFF664A5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61C6B9D7-B6EA-0AA8-D5A8-A5064925416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3BB1102-FAFB-ADC8-FBEC-938D81512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35EF77C-74B2-A2BF-42BF-0FEF959536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951AB3A-505B-0589-D083-4C8B121E4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45B319E-4C6D-6B1D-90C5-71F650309E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5CC30CB-22EC-B21A-AD5C-774CE168C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2D1A0388-07B1-605D-1D5C-E327A42F86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0767EF64-706D-6D9B-032E-4CE3F78AA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A6C38C7C-17E3-F516-386E-75EBD2A139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A31F663B-05AA-58C3-DBE3-2CCAA9448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384A05F-8DA4-E10F-A532-75A453DF6D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491D1F51-2E19-6284-BD99-76BD367BC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AD38A58-2505-CB62-6BD0-79D86FBFFF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D6C4E346-4748-8D49-271A-194E53B56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97898DE-1737-2E36-AFEA-BB8D1905D1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61AF0F1-253F-AEBF-021E-7FB070EB9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CAA8E99A-08E5-7DDD-C592-BBDED193B4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A1C5CD03-88CD-E615-9AA0-9375D1183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B1209A52-D88A-DF57-0924-5578C9AC69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DB78A974-E2A3-87C7-0AFE-4EAB89434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035AFA44-8FB3-C8B3-6314-E024FB5C0B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042AD9A2-DEB2-D7D4-BBA0-52C02540E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FDC88E2F-94C7-21F6-BC41-1C84421801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6687017C-F657-A07A-9294-898EC32BF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454F8B2-7CCD-9BDF-DBF4-AD80EC08A7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ACEDCC0-59CA-D944-EBED-0CE608395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42F85408-E1CE-5C73-5F5D-B898832C65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62C97BA9-41E7-8A55-8B9C-8292FD141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06667351-662F-8BEB-8E2D-637AD00388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C8963579-0739-1DF1-8ACD-F18A2359B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87EAA532-A477-4CF1-FB56-6949D0EDE99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38079C92-F504-D804-4751-16EAFE6F0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BC5A946C-C45E-D0C9-DEA1-ACE19BD1E7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ABF69E77-87E2-D76C-D24E-840606FD9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0CE5BED5-2C32-4527-14B7-644F5D2BA7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6C9A4411-709B-3E3A-89F2-3E9FCD32E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D8D81924-9830-B446-54CA-937ACFA521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DE605CCD-98BD-7EE4-4700-38B1F5E698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6FB6EA4B-4F8F-CE12-8664-C360A09FBD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F11E6DC2-4D36-04D3-671A-5D3C2CAE7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EC8485C2-0249-B669-0CA8-396B9E5495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964E72E6-A31B-BFFC-FCE6-7C61C1B4F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89FDAAB9-97CD-EE7F-7B4C-FC0DDA33613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8A8C2827-0487-CCC6-D3F7-82C0AF1F6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53F64B77-25E1-3D9B-71B2-27059E42D3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AF2C937E-0F1A-E8F9-2638-10714F659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F91037F7-2352-4B44-4C2B-14BBE68EB19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E527E9EC-1F83-494A-E623-92677B0B0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321FD8CA-F277-35F9-86B0-1F3DA7AF5B6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86638397-5A21-1758-C057-4F24A7776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46B8D50E-DBBB-578F-8FC6-65E7D43E62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30CCC24B-4DFD-F038-A71A-DD3BCC93B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A2A1F9AC-E567-18F5-5B71-8D84B79D8A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792AFFE6-B64B-D01C-1957-063FB6480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9A4510C6-7F9E-554B-63A2-66377F57C4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99E5BD02-9845-601B-C4AB-F57ECA641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92E1DCF-15B3-D2B1-CB88-498E683819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38058F80-396F-4E75-B5CB-29510C852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212D4DC7-7A1C-5FD4-083B-3644DEA6C3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DFB094AF-D23F-E900-DE30-6CF918AE1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8F2EB073-D556-95B5-95AA-DA03443822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66F56702-2DDB-8041-4997-83F148B68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32D28A57-D8C5-888E-5328-A0920DA06F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486A2C91-4E90-BD93-568A-24CF49533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60B60326-2F99-35FF-8975-0B0A4D70DA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92C0A6D3-5FB4-F60C-9D1D-AD9EFD06C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00C39A25-9E44-9229-FF7B-003CDA26D9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C3E56AE1-AEFB-76A2-6AE8-656B57702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9EB2BDAE-3B94-CC65-F4E2-9400386290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119A559F-3679-15C6-AEA5-B194E92F9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29204AF0-9F0C-C356-A474-F2E5FA1DBF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BAB870FD-BDD6-448D-20C6-B73E5C131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A7973DEF-E18A-EAC7-43C8-00E355E062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05A59795-2434-9453-C262-A886D9796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977547F9-2708-9A84-4302-ACA73C11C0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9292B7E2-479C-C038-32B4-500EF45A2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CD97DCFC-DDE4-5385-8EC5-3C1B12AED6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6739DF06-1527-0ED4-A941-D88C77FA3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C606E3DF-8057-6FF2-D469-0997E49ECD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3454B632-FA62-F586-8E71-4AC7D4AB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FD580637-EC5C-8D80-B231-B9D0D0EE16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03F8396A-1128-CD51-9E72-96BD18D91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B2BE52AC-8D23-511B-AA75-AB68AFB1E5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3ACD0BCA-E897-F724-5037-D14FC7745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388392C2-CA34-4B23-9186-539647043D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CE1C7631-27DA-E0ED-8906-CC1A45804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CED42B59-34F2-D8C7-E7FE-70A8B6BA5B0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A420D1FF-3F83-7B2C-F6EE-FD8754D58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04B47FBD-6B04-3B36-CF7E-83B9A6369E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0E717AF4-F68C-55C9-8D3B-3DBC24789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76E1E761-B457-1063-B3A5-A381269481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1A45B5C9-2234-778A-285D-AE4D5ABCE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03FC0B9E-BF8B-0EE7-C8D5-2B57B18907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2E882D60-5154-D12D-FCB6-C40B7E8B4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BAB2709C-EDAD-8442-1D32-9A69A2E8C4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939752ED-C251-C53A-6F4F-6EED49A9F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D27C0F0F-3A81-435C-1D1B-5387005BF4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54F67074-32E8-4A1C-6011-558AF9E0D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CC0CBE52-B7F0-70A4-2CE0-6CBEDF0782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4C506FD4-6D74-B0F4-9A2D-09D6B2B5F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3C5C3302-ADCC-7AFF-C58E-CDB0532AFA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5E1684A7-02CC-CFEA-2888-2061D9382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E133EF1E-03F2-D234-1762-8E46466D70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F3EB4F2-0723-7F17-E5D3-DBEB1A0BB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CB5A26D9-CB1F-1C0E-4C90-3872573C42B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3EB55804-EEC4-4A72-F0A8-BF6FDC958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D1B39387-5389-4543-EAD6-36E3A18121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5BFFDCA8-0034-9A55-EF2E-41ABDE932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A3669FE1-A638-92D8-4F1F-40AE00D2D1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37DB9EA4-233B-17DA-6A9D-CF87D4A8C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E1F29CFA-B593-428C-436A-9D061B8B9C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3E5F2455-3610-43D8-7AFC-D5003C3A74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EB62F209-B3B1-1DE3-CC6B-E94199F1AC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EE690E52-3A1C-4A0D-523B-01195D5EE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896C3C-3DF3-E481-EEBF-E4D6B2105584}"/>
              </a:ext>
            </a:extLst>
          </p:cNvPr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anchor="t"/>
          <a:lstStyle>
            <a:lvl1pPr algn="r">
              <a:buNone/>
              <a:defRPr sz="42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D23B18-B9DA-8F60-2169-45EB7E59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556375"/>
            <a:ext cx="2001838" cy="2270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C95317B0-632F-459C-ADEB-2538BB7F0AA8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5F0EC8-090B-8DCB-2BDA-8AF3999A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6701A0-CFE0-F681-3A19-D7E2B53D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4175" y="6554788"/>
            <a:ext cx="587375" cy="2286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D18CC13-D3CD-4F26-A562-B4132C3F37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422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210FB9-2FFF-EE75-E753-1ED3C08C22BE}"/>
              </a:ext>
            </a:extLst>
          </p:cNvPr>
          <p:cNvSpPr/>
          <p:nvPr/>
        </p:nvSpPr>
        <p:spPr>
          <a:xfrm rot="21240000">
            <a:off x="598488" y="1004888"/>
            <a:ext cx="4319587" cy="431165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07860-2909-28EE-8F64-556ED714A958}"/>
              </a:ext>
            </a:extLst>
          </p:cNvPr>
          <p:cNvSpPr/>
          <p:nvPr/>
        </p:nvSpPr>
        <p:spPr>
          <a:xfrm rot="21420000">
            <a:off x="596900" y="998538"/>
            <a:ext cx="4319588" cy="4313237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lIns="82296" tIns="0" rIns="0" bIns="0" spcCol="0" rtlCol="0" fromWordArt="0" forceAA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CB110C0-A0F5-8844-918C-22347405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46563" y="6557963"/>
            <a:ext cx="2001837" cy="227012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C085B70-32C7-410D-9490-29704C71D42F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83873D4-5AC6-869E-2D7A-8D50E221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557963"/>
            <a:ext cx="3657600" cy="22860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7C92054-55A9-2988-D45F-8E693E32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51575" y="6556375"/>
            <a:ext cx="588963" cy="2286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275348-EF06-4DF8-8569-50B9BAE03B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50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B82D46-8181-760B-5AEB-9F15D17EE6DB}"/>
              </a:ext>
            </a:extLst>
          </p:cNvPr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6715608-555A-8714-D232-A6FBA4DB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26F27A8-EB91-42C2-8E87-67922B7A6364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55EB089-6862-7525-F7AC-79AE242D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FC8C0B-216C-E18D-C184-3136606B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2F2506-0E6B-4D68-A4EA-2E4E930799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326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858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61465-CAF9-9034-B84D-05D3695E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368C0-1BB1-424A-A280-C66FFAC3BC1F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87DCC-E42E-6F1B-D784-861B377C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1E7D0-94E5-85C4-1DF7-0F01203E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9AFB4-5907-42C8-BAB9-A1FCEA1CAF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72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5BE80-D0B2-C2C7-C8AB-519D9310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00353-7BFF-474B-BE08-D95B83C4D59C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A5D3-7577-D1FA-D4D8-7F6B8737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7F90B-8345-67BB-22C9-4204DF6F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3679C-76FA-4CA2-BEBC-9B33E89FF7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14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54C1-5725-E44A-17D9-9CAE1456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439EB-AA4C-424D-947D-E544A03FD6A8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6E0DC-9160-FBDC-B951-E104FD3F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687BE-A875-D09A-3F9F-A50CC661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284C1-DC83-4E82-8F4D-4D8DCF74E7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159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6EBBFE-40A2-C32E-ED0B-C60A5E46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1A000-DBA4-4CFE-9692-D4C2121EAB18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410A3A-C06F-D818-25D1-91C4FE41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25DF87-E4B4-6F5D-2874-6235F089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1506-D385-4DCA-9B1A-42A9EF8E6E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46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E8AA2D5-644E-1287-AB8C-09F1DD32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2E491-47E1-49AE-BBD0-BEBF4B641E41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3A8C2C6-5800-65F6-CC23-4002A4D0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C9E224-5DB9-AB81-47ED-DD9EEF76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54519-D79D-4D72-A46C-DA3F37A397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76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617254B-15F6-AB6D-2042-BFA50A5C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04F3F-0D8F-4135-AFCD-40EA29D80C70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AABE63-0E58-3A9A-E822-079245CF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8646F88-A542-16F8-00BD-B2889628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EAAD9-39A2-43FE-A0FD-42316F7882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70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DF708B9-A912-010F-426D-1445AFF1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0C6FE-EA67-4BA2-8B88-ED71A032122C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3FC3D43-7266-9C2C-CFA0-170352A1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470974-7B58-6E4F-7910-0B09608E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C8BBE-2EAD-4861-9C61-99555BF02E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469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08330E-E710-D72B-DAC6-242801E4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349AF-213D-472B-91CA-4BDF5965A96A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E8A599-EE7C-7892-886E-D8FD37B2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02B36E-E53B-4AF0-44C0-D4D72893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0DACC-82FC-431A-95A7-762FF16B2F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30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1DA630-EB22-C259-A53A-B47A1899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AA8939-F224-4FF3-B16B-FE8F026449EE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566BB7-3C1F-F1FC-AAB4-3100907C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01C31B-2A33-1628-D527-DA1AEA45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502BF-3F9B-4805-BEF1-1C2B879AE4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37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FB23-CF61-9638-BD2B-DC4592CD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A2F07-56EA-45E5-BF99-66DEDAB31E8C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931E7-7ADE-134B-E1BA-B2772369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E518C-BC6B-380B-1B63-E7F12A91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14612-7CB7-444A-9925-407BC8B9BA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9564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4311C-95E5-9204-5FCD-E5BBB834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47C97-E126-430B-A017-063922442C9A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52EE3-09C5-0B76-7BC9-451C5FE0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8522F-0F43-6703-E317-06C8C2ED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88950-ED12-403C-843E-194682DF7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67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661EDA9-546A-1A26-FEBE-C4CE857D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7" name="Text Placeholder 30">
            <a:extLst>
              <a:ext uri="{FF2B5EF4-FFF2-40B4-BE49-F238E27FC236}">
                <a16:creationId xmlns:a16="http://schemas.microsoft.com/office/drawing/2014/main" id="{D3A5711F-6725-56C9-86C2-C6D7ADA7BF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F6CC59D-CF7B-386E-4FC4-011E59F1B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97463" y="6557963"/>
            <a:ext cx="2001837" cy="227012"/>
          </a:xfrm>
          <a:prstGeom prst="rect">
            <a:avLst/>
          </a:prstGeom>
        </p:spPr>
        <p:txBody>
          <a:bodyPr vert="horz" tIns="0" bIns="0" anchor="b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CDECF0D5-F6E2-4395-AD04-162318E6BFB0}" type="datetime1">
              <a:rPr lang="en-US"/>
              <a:pPr>
                <a:defRPr/>
              </a:pPr>
              <a:t>10/18/2025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67B0258-7433-1666-D022-459CCBBE2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53200"/>
            <a:ext cx="4419600" cy="231775"/>
          </a:xfrm>
          <a:prstGeom prst="rect">
            <a:avLst/>
          </a:prstGeom>
        </p:spPr>
        <p:txBody>
          <a:bodyPr vert="horz" tIns="0" bIns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C782B20-7CE3-0881-8BE4-E6E04BE8E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8825" y="6553200"/>
            <a:ext cx="587375" cy="22860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1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EB16797-D5EE-47D7-963B-28047E67BB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 kern="1200" cap="all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latin typeface="Arial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9pPr>
      <a:extLst/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anose="05020102010507070707" pitchFamily="18" charset="2"/>
        <a:buChar char=""/>
        <a:defRPr sz="26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520700" indent="-228600" algn="l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anose="05020102010507070707" pitchFamily="18" charset="2"/>
        <a:buChar char=""/>
        <a:defRPr sz="2300" kern="1200">
          <a:solidFill>
            <a:srgbClr val="6C6C6C"/>
          </a:solidFill>
          <a:latin typeface="Arial" pitchFamily="34" charset="0"/>
          <a:ea typeface="+mn-ea"/>
          <a:cs typeface="+mn-cs"/>
        </a:defRPr>
      </a:lvl2pPr>
      <a:lvl3pPr marL="7588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anose="05020102010507070707" pitchFamily="18" charset="2"/>
        <a:buChar char=""/>
        <a:defRPr sz="2000" kern="1200">
          <a:solidFill>
            <a:srgbClr val="6C6C6C"/>
          </a:solidFill>
          <a:latin typeface="Arial" pitchFamily="34" charset="0"/>
          <a:ea typeface="+mn-ea"/>
          <a:cs typeface="+mn-cs"/>
        </a:defRPr>
      </a:lvl4pPr>
      <a:lvl5pPr marL="12795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anose="05000000000000000000" pitchFamily="2" charset="2"/>
        <a:buChar char="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63C87131-A2EE-4E17-FD13-5CBCAF94ADD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998705A1-A2E1-EBD1-DFF9-D89C6CDEC9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915C1-4EF8-8BD4-A049-1F8F44BCA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699AC11-EF2B-4C74-BCAF-9575C838ECC5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9708-A34F-74D1-6C87-C93EA85D5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F955-EDA7-F1BB-75ED-F7D83B261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9FEA5DD-DDFC-423E-A6A7-E5DAC07C08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  <p:sldLayoutId id="2147484283" r:id="rId10"/>
    <p:sldLayoutId id="214748428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4B95AF52-8A94-E1CD-4DD7-7FE11E1B88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 bwMode="auto"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50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Sorting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F21E001A-F420-EE63-45AC-58773F1E16D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>
              <a:buFont typeface="Wingdings 2" panose="05020102010507070707" pitchFamily="18" charset="2"/>
              <a:buNone/>
            </a:pP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55EDB-103D-8941-19E4-3E1A6BF9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  <a:endParaRPr lang="en-US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20A4595D-0787-E78A-3C94-7C9D6F8AF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291642-A97B-4B37-8F34-67F6148FCB1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B00E260-B655-1C84-0279-22AA9911EBB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77FDBAB-1BE6-C188-2C5A-779F6EA1C453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latin typeface="Trebuchet MS" panose="020B0603020202020204" pitchFamily="34" charset="0"/>
              </a:rPr>
              <a:t>Sorting is the process of ordering a list of objects, according to some linear order, such as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Sorting can be divided into two parts i.e.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>
                <a:latin typeface="Trebuchet MS" panose="020B0603020202020204" pitchFamily="34" charset="0"/>
                <a:sym typeface="Symbol" panose="05050102010706020507" pitchFamily="18" charset="2"/>
              </a:rPr>
              <a:t>Internal, </a:t>
            </a: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and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000" b="1">
                <a:latin typeface="Trebuchet MS" panose="020B0603020202020204" pitchFamily="34" charset="0"/>
                <a:sym typeface="Symbol" panose="05050102010706020507" pitchFamily="18" charset="2"/>
              </a:rPr>
              <a:t>Internal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sorting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When all the data is stored in the main memory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The random access nature of the memory can be utilized</a:t>
            </a:r>
          </a:p>
          <a:p>
            <a:pPr>
              <a:lnSpc>
                <a:spcPct val="80000"/>
              </a:lnSpc>
            </a:pPr>
            <a:r>
              <a:rPr lang="en-US" altLang="en-US" sz="2000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sorting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When the size of data too large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The main memory cannot accommodate all the data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Virtual memory (swapping the data in/out of the memory) is thus used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A7318-D72C-0915-D694-DFEF78CC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AEC5D09B-11D8-B771-E7D8-00EB566D4B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5064DB-24D6-4AEC-AFE9-876EDC49CAC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DD7F7DC-CD0A-E94A-F6DE-C37E0CE0026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A6637C2-B760-B00B-F063-9EC669189127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 sorting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The bottleneck is usually the data movement between the secondary storage and the main memory.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Data movement is efficient if it is moved in the form of large blocks.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However, moving large blocks of data is efficient only if it is physically located in contiguous locations.</a:t>
            </a: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6667-3ECD-2F53-25BD-C609E0DD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C44B20B-62EF-967A-A9EC-3CB45239FB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151B90-7048-49AB-A394-3EF4FF46C95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7F8D7A8-5C11-D00B-9BAD-AB70CF79F59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91C9992-8AC1-D6B2-378A-1BFC8F7754F8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The simplest algorithms usually take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 baseline="30000">
                <a:latin typeface="Trebuchet MS" panose="020B0603020202020204" pitchFamily="34" charset="0"/>
              </a:rPr>
              <a:t>2</a:t>
            </a:r>
            <a:r>
              <a:rPr lang="en-US" altLang="en-US" i="1">
                <a:latin typeface="Trebuchet MS" panose="020B0603020202020204" pitchFamily="34" charset="0"/>
              </a:rPr>
              <a:t>)</a:t>
            </a:r>
            <a:r>
              <a:rPr lang="en-US" altLang="en-US">
                <a:latin typeface="Trebuchet MS" panose="020B0603020202020204" pitchFamily="34" charset="0"/>
              </a:rPr>
              <a:t> time to sort </a:t>
            </a:r>
            <a:r>
              <a:rPr lang="en-US" altLang="en-US" i="1">
                <a:latin typeface="Trebuchet MS" panose="020B0603020202020204" pitchFamily="34" charset="0"/>
              </a:rPr>
              <a:t>n</a:t>
            </a:r>
            <a:r>
              <a:rPr lang="en-US" altLang="en-US">
                <a:latin typeface="Trebuchet MS" panose="020B0603020202020204" pitchFamily="34" charset="0"/>
              </a:rPr>
              <a:t> objects, and suited for sorting short lists.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One of the most popular algorithms is Quick-Sort takes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>
                <a:latin typeface="Trebuchet MS" panose="020B0603020202020204" pitchFamily="34" charset="0"/>
              </a:rPr>
              <a:t>log</a:t>
            </a:r>
            <a:r>
              <a:rPr lang="en-US" altLang="en-US" i="1">
                <a:latin typeface="Trebuchet MS" panose="020B0603020202020204" pitchFamily="34" charset="0"/>
              </a:rPr>
              <a:t>n)</a:t>
            </a:r>
            <a:r>
              <a:rPr lang="en-US" altLang="en-US">
                <a:latin typeface="Trebuchet MS" panose="020B0603020202020204" pitchFamily="34" charset="0"/>
              </a:rPr>
              <a:t> time on average.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Quick-Sort works for most common applications, although in worst case it can take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 baseline="30000">
                <a:latin typeface="Trebuchet MS" panose="020B0603020202020204" pitchFamily="34" charset="0"/>
              </a:rPr>
              <a:t>2</a:t>
            </a:r>
            <a:r>
              <a:rPr lang="en-US" altLang="en-US" i="1">
                <a:latin typeface="Trebuchet MS" panose="020B0603020202020204" pitchFamily="34" charset="0"/>
              </a:rPr>
              <a:t>)</a:t>
            </a:r>
            <a:r>
              <a:rPr lang="en-US" altLang="en-US">
                <a:latin typeface="Trebuchet MS" panose="020B0603020202020204" pitchFamily="34" charset="0"/>
              </a:rPr>
              <a:t>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E3BE8-230C-2B50-7518-1D7F181D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04398423-7B6D-DAB4-2491-F9E4C2A26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68E288-1AA4-4AA0-8E0B-40AF8E8CC82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B6D4B10-E953-9A04-659B-B608032F87B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ED2DC03-53F6-4D32-6418-20DDACDA20D7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There are other sorting techniques, such as Merge-Sort and Heap-Sort that take time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>
                <a:latin typeface="Trebuchet MS" panose="020B0603020202020204" pitchFamily="34" charset="0"/>
              </a:rPr>
              <a:t>log</a:t>
            </a:r>
            <a:r>
              <a:rPr lang="en-US" altLang="en-US" i="1">
                <a:latin typeface="Trebuchet MS" panose="020B0603020202020204" pitchFamily="34" charset="0"/>
              </a:rPr>
              <a:t>n)</a:t>
            </a:r>
            <a:r>
              <a:rPr lang="en-US" altLang="en-US">
                <a:latin typeface="Trebuchet MS" panose="020B0603020202020204" pitchFamily="34" charset="0"/>
              </a:rPr>
              <a:t> in worst case.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Merge-Sort however, is well suited for external sorting.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There are other algorithms such as “bucket” and “radix” sort when the keys are integers of known range. They take time O(</a:t>
            </a:r>
            <a:r>
              <a:rPr lang="en-US" altLang="en-US" i="1">
                <a:latin typeface="Trebuchet MS" panose="020B0603020202020204" pitchFamily="34" charset="0"/>
              </a:rPr>
              <a:t>n</a:t>
            </a:r>
            <a:r>
              <a:rPr lang="en-US" altLang="en-US">
                <a:latin typeface="Trebuchet MS" panose="020B0603020202020204" pitchFamily="34" charset="0"/>
              </a:rPr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D7109-4414-294C-586B-3454253D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1DF5E3CC-8DAF-5C5A-8A43-DD9A2B546D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ACA732-2674-4523-8B84-C0BDECFA658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CF21007-DA37-3D41-1C1A-C4EB56899D8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D6CFAC6-C4FC-1017-09E6-DFF03F8D7B17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sorting problem is to arrange a sequence of records so that the values of their key fields form a non-decreasing sequence.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Given records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with key values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, respectively we must produce the same records in an order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2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such that the keys are in the corresponding non-decreasing order.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key(</a:t>
            </a:r>
            <a:r>
              <a:rPr lang="en-US" altLang="en-US" sz="16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600">
                <a:latin typeface="Trebuchet MS" panose="020B0603020202020204" pitchFamily="34" charset="0"/>
                <a:sym typeface="Wingdings" panose="05000000000000000000" pitchFamily="2" charset="2"/>
              </a:rPr>
              <a:t> 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solidFill>
                <a:srgbClr val="0000CC"/>
              </a:solidFill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records may NOT have distinct values, and can appear in any order.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Different criteria to evaluate the running time, as follows: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algorithm steps.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comparisons between the keys (for expensive comparisons).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The number of times a record is moved (for large records).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endParaRPr lang="en-US" altLang="en-US" sz="17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2A7F7-A00E-832C-2753-EA3F00DB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C40A6BE9-B223-5751-EA2C-93938A877E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1D37AE-2859-4C72-8A29-961B107BF81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727F6CD-2535-C88F-F751-36B13F3C3A1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28AF015-09AF-0F0F-E00F-34AE8698733D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One of the simplest sorting methods.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The basic idea is the “weight” of the record.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The records are kept in an array held vertically.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“light” records bubbling up to the top.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We make repeated passes over the array from bottom to top.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If two adjacent elements are out of order i.e. “lighter” one is below, we reverse the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330A2-BB27-1918-E489-6414B42E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793B808D-83C9-F71A-D5FF-2A8DF7908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FDA6E6-959F-49E3-8CF4-88F7EC89789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AD4205E-03E8-8BF1-9A88-60692D44E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384AF3A-392A-68C0-0F7F-9BFB85C9AD56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 The overall effect, is that after the first pass the “lightest” record will bubble all the way to the top.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 On the second top pass, the second lowest rises to the second position, and so on.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 On second pass we need not try bubbling to the top position, because we know that the lightest record is already there.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C92E7-1517-50F1-DE5C-ECCE4EC4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E65A4E12-51CC-7E97-C87A-D154B3189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1A5783-6FD5-4335-8431-72E40CA5263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C8DECCD-AC0D-A49F-1530-9A73E0FCE3E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F67863D0-A64F-D823-FD67-9A446913C87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12348-9CEF-D9BC-030B-EFCD77A5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104BAF13-13A9-54D0-A18C-7D19C4412E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69A92C-1EF2-4A6D-B71C-29B9AE4CBEF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5EBD5-C87D-F681-68C4-4A2CFAC7B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29540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  <p:sp>
        <p:nvSpPr>
          <p:cNvPr id="24583" name="TextBox 3">
            <a:extLst>
              <a:ext uri="{FF2B5EF4-FFF2-40B4-BE49-F238E27FC236}">
                <a16:creationId xmlns:a16="http://schemas.microsoft.com/office/drawing/2014/main" id="{3DC114D2-DD00-F7BA-8C57-40734A47E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352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A82146C-0502-EFFC-4B61-78A97E44D47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5A3E7C9-D105-75BB-F5CE-75AD2D8C303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FAB4A-A870-5073-193A-55C8D230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97088C5B-C416-1363-1BE4-7955263A6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894219-C4EA-4052-8B69-FBF46D119A8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CF041-1549-8690-0ABB-8EF4667A7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26631" name="TextBox 3">
            <a:extLst>
              <a:ext uri="{FF2B5EF4-FFF2-40B4-BE49-F238E27FC236}">
                <a16:creationId xmlns:a16="http://schemas.microsoft.com/office/drawing/2014/main" id="{FD4C2D42-E77C-EF80-979A-2696D9A7E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828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42DA1FC-4815-C29A-9127-4C1492F6417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2A9F58C3-5310-FE3A-8A2F-B8897BC4BB1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EE053-63C4-F68F-5879-BB16F753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9FA03807-715C-E0A0-A11C-CA61747F9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71FD7E-0F6A-4FCB-9E91-33A41A67476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8678" name="TextBox 5">
            <a:extLst>
              <a:ext uri="{FF2B5EF4-FFF2-40B4-BE49-F238E27FC236}">
                <a16:creationId xmlns:a16="http://schemas.microsoft.com/office/drawing/2014/main" id="{9D47F5E1-BD14-E2E4-D931-D5A1A27F0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95800"/>
            <a:ext cx="4446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078204-A168-0F56-BE89-D09E4CE803E3}"/>
              </a:ext>
            </a:extLst>
          </p:cNvPr>
          <p:cNvSpPr/>
          <p:nvPr/>
        </p:nvSpPr>
        <p:spPr>
          <a:xfrm>
            <a:off x="820738" y="4132263"/>
            <a:ext cx="1066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B48B4-093F-553C-D677-F89D6C37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03600"/>
            <a:ext cx="4953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A41304"/>
                </a:solidFill>
                <a:latin typeface="Trebuchet MS" panose="020B0603020202020204" pitchFamily="34" charset="0"/>
              </a:rPr>
              <a:t>No bubbling to the top position, because the lightest record is already there.</a:t>
            </a:r>
            <a:endParaRPr lang="en-US" altLang="en-US" sz="2000">
              <a:solidFill>
                <a:srgbClr val="A41304"/>
              </a:solidFill>
            </a:endParaRPr>
          </a:p>
        </p:txBody>
      </p:sp>
      <p:sp>
        <p:nvSpPr>
          <p:cNvPr id="28681" name="TextBox 3">
            <a:extLst>
              <a:ext uri="{FF2B5EF4-FFF2-40B4-BE49-F238E27FC236}">
                <a16:creationId xmlns:a16="http://schemas.microsoft.com/office/drawing/2014/main" id="{F91B65B6-EA30-542B-7A2A-A3F0AB725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1143000"/>
            <a:ext cx="3582987" cy="20320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swap ( x , y</a:t>
            </a:r>
            <a:r>
              <a:rPr lang="en-US" altLang="en-US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CC"/>
                </a:solidFill>
              </a:rPr>
              <a:t> int </a:t>
            </a:r>
            <a:r>
              <a:rPr lang="en-US" altLang="en-US" sz="1800"/>
              <a:t>temp = 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 = 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E878448-F4C3-0491-B4FD-09AD8704335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(First Pass)</a:t>
            </a:r>
          </a:p>
        </p:txBody>
      </p:sp>
      <p:graphicFrame>
        <p:nvGraphicFramePr>
          <p:cNvPr id="153782" name="Group 182">
            <a:extLst>
              <a:ext uri="{FF2B5EF4-FFF2-40B4-BE49-F238E27FC236}">
                <a16:creationId xmlns:a16="http://schemas.microsoft.com/office/drawing/2014/main" id="{44B08E2D-3AD7-DA2B-482E-B548B1FDF79D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143000" y="762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43" name="Text Box 32">
            <a:extLst>
              <a:ext uri="{FF2B5EF4-FFF2-40B4-BE49-F238E27FC236}">
                <a16:creationId xmlns:a16="http://schemas.microsoft.com/office/drawing/2014/main" id="{45B28295-EA4A-54FF-82A3-C5B4C50FB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30744" name="Text Box 34">
            <a:extLst>
              <a:ext uri="{FF2B5EF4-FFF2-40B4-BE49-F238E27FC236}">
                <a16:creationId xmlns:a16="http://schemas.microsoft.com/office/drawing/2014/main" id="{923C6A0C-41B6-AA2D-26C2-3CBA82703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53656" name="Group 56">
            <a:extLst>
              <a:ext uri="{FF2B5EF4-FFF2-40B4-BE49-F238E27FC236}">
                <a16:creationId xmlns:a16="http://schemas.microsoft.com/office/drawing/2014/main" id="{351A084C-52EF-06DA-4A6D-ED7709623E10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143000" y="13573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658" name="Group 58">
            <a:extLst>
              <a:ext uri="{FF2B5EF4-FFF2-40B4-BE49-F238E27FC236}">
                <a16:creationId xmlns:a16="http://schemas.microsoft.com/office/drawing/2014/main" id="{5E645C41-D7AE-E886-4A6B-A7BF3A2B053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8145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85" name="Text Box 183">
            <a:extLst>
              <a:ext uri="{FF2B5EF4-FFF2-40B4-BE49-F238E27FC236}">
                <a16:creationId xmlns:a16="http://schemas.microsoft.com/office/drawing/2014/main" id="{075D6BEE-B7A5-9A51-4309-9B90FE643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522" name="Freeform 184">
            <a:extLst>
              <a:ext uri="{FF2B5EF4-FFF2-40B4-BE49-F238E27FC236}">
                <a16:creationId xmlns:a16="http://schemas.microsoft.com/office/drawing/2014/main" id="{4A0E879F-C1E5-D713-E1B6-332CDB3EA2C7}"/>
              </a:ext>
            </a:extLst>
          </p:cNvPr>
          <p:cNvSpPr>
            <a:spLocks/>
          </p:cNvSpPr>
          <p:nvPr/>
        </p:nvSpPr>
        <p:spPr bwMode="auto">
          <a:xfrm flipV="1">
            <a:off x="1438275" y="11572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3" name="Freeform 185">
            <a:extLst>
              <a:ext uri="{FF2B5EF4-FFF2-40B4-BE49-F238E27FC236}">
                <a16:creationId xmlns:a16="http://schemas.microsoft.com/office/drawing/2014/main" id="{E5EEBC54-0E59-8DC6-4ACC-3E6EEB972686}"/>
              </a:ext>
            </a:extLst>
          </p:cNvPr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787" name="Group 187">
            <a:extLst>
              <a:ext uri="{FF2B5EF4-FFF2-40B4-BE49-F238E27FC236}">
                <a16:creationId xmlns:a16="http://schemas.microsoft.com/office/drawing/2014/main" id="{BA1DE50D-E682-AF35-3801-D46AFF0842A4}"/>
              </a:ext>
            </a:extLst>
          </p:cNvPr>
          <p:cNvGraphicFramePr>
            <a:graphicFrameLocks noGrp="1"/>
          </p:cNvGraphicFramePr>
          <p:nvPr/>
        </p:nvGraphicFramePr>
        <p:xfrm>
          <a:off x="1119188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08" name="Text Box 207">
            <a:extLst>
              <a:ext uri="{FF2B5EF4-FFF2-40B4-BE49-F238E27FC236}">
                <a16:creationId xmlns:a16="http://schemas.microsoft.com/office/drawing/2014/main" id="{66C040B9-CF4A-5946-0936-1C1A37187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9545" name="Freeform 208">
            <a:extLst>
              <a:ext uri="{FF2B5EF4-FFF2-40B4-BE49-F238E27FC236}">
                <a16:creationId xmlns:a16="http://schemas.microsoft.com/office/drawing/2014/main" id="{F91C6804-208B-9694-2255-D64462ACF53C}"/>
              </a:ext>
            </a:extLst>
          </p:cNvPr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09" name="Group 209">
            <a:extLst>
              <a:ext uri="{FF2B5EF4-FFF2-40B4-BE49-F238E27FC236}">
                <a16:creationId xmlns:a16="http://schemas.microsoft.com/office/drawing/2014/main" id="{9D95F744-15EE-6804-851A-6CF432CA80DB}"/>
              </a:ext>
            </a:extLst>
          </p:cNvPr>
          <p:cNvGraphicFramePr>
            <a:graphicFrameLocks noGrp="1"/>
          </p:cNvGraphicFramePr>
          <p:nvPr/>
        </p:nvGraphicFramePr>
        <p:xfrm>
          <a:off x="1100138" y="2747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30" name="Text Box 229">
            <a:extLst>
              <a:ext uri="{FF2B5EF4-FFF2-40B4-BE49-F238E27FC236}">
                <a16:creationId xmlns:a16="http://schemas.microsoft.com/office/drawing/2014/main" id="{2E2726F3-0C87-8B5B-C0AE-E2FB9C003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19567" name="Freeform 230">
            <a:extLst>
              <a:ext uri="{FF2B5EF4-FFF2-40B4-BE49-F238E27FC236}">
                <a16:creationId xmlns:a16="http://schemas.microsoft.com/office/drawing/2014/main" id="{668A6A96-CBD8-1F91-D381-21D17CE83AB8}"/>
              </a:ext>
            </a:extLst>
          </p:cNvPr>
          <p:cNvSpPr>
            <a:spLocks/>
          </p:cNvSpPr>
          <p:nvPr/>
        </p:nvSpPr>
        <p:spPr bwMode="auto">
          <a:xfrm flipV="1">
            <a:off x="3657600" y="2590800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31" name="Group 231">
            <a:extLst>
              <a:ext uri="{FF2B5EF4-FFF2-40B4-BE49-F238E27FC236}">
                <a16:creationId xmlns:a16="http://schemas.microsoft.com/office/drawing/2014/main" id="{26FFBB9F-E79C-9086-C6B5-BF4C44B4C94B}"/>
              </a:ext>
            </a:extLst>
          </p:cNvPr>
          <p:cNvGraphicFramePr>
            <a:graphicFrameLocks noGrp="1"/>
          </p:cNvGraphicFramePr>
          <p:nvPr/>
        </p:nvGraphicFramePr>
        <p:xfrm>
          <a:off x="1109663" y="31956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52" name="Text Box 251">
            <a:extLst>
              <a:ext uri="{FF2B5EF4-FFF2-40B4-BE49-F238E27FC236}">
                <a16:creationId xmlns:a16="http://schemas.microsoft.com/office/drawing/2014/main" id="{453AD613-FA59-A45B-CAAB-D22571459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9589" name="Freeform 252">
            <a:extLst>
              <a:ext uri="{FF2B5EF4-FFF2-40B4-BE49-F238E27FC236}">
                <a16:creationId xmlns:a16="http://schemas.microsoft.com/office/drawing/2014/main" id="{71AA4628-77A0-04DA-6DD0-912864E6D0B8}"/>
              </a:ext>
            </a:extLst>
          </p:cNvPr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53" name="Group 253">
            <a:extLst>
              <a:ext uri="{FF2B5EF4-FFF2-40B4-BE49-F238E27FC236}">
                <a16:creationId xmlns:a16="http://schemas.microsoft.com/office/drawing/2014/main" id="{BAFD7A66-59A5-C4BB-508A-F4FD9F788761}"/>
              </a:ext>
            </a:extLst>
          </p:cNvPr>
          <p:cNvGraphicFramePr>
            <a:graphicFrameLocks noGrp="1"/>
          </p:cNvGraphicFramePr>
          <p:nvPr/>
        </p:nvGraphicFramePr>
        <p:xfrm>
          <a:off x="1109663" y="36671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74" name="Text Box 273">
            <a:extLst>
              <a:ext uri="{FF2B5EF4-FFF2-40B4-BE49-F238E27FC236}">
                <a16:creationId xmlns:a16="http://schemas.microsoft.com/office/drawing/2014/main" id="{4A8CD834-4A64-CA06-CD70-97A05FF09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19611" name="Freeform 274">
            <a:extLst>
              <a:ext uri="{FF2B5EF4-FFF2-40B4-BE49-F238E27FC236}">
                <a16:creationId xmlns:a16="http://schemas.microsoft.com/office/drawing/2014/main" id="{B4A9635F-94A8-0627-66E9-0654B7F49C1D}"/>
              </a:ext>
            </a:extLst>
          </p:cNvPr>
          <p:cNvSpPr>
            <a:spLocks/>
          </p:cNvSpPr>
          <p:nvPr/>
        </p:nvSpPr>
        <p:spPr bwMode="auto">
          <a:xfrm flipV="1">
            <a:off x="5029200" y="3490913"/>
            <a:ext cx="657225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97" name="Group 297">
            <a:extLst>
              <a:ext uri="{FF2B5EF4-FFF2-40B4-BE49-F238E27FC236}">
                <a16:creationId xmlns:a16="http://schemas.microsoft.com/office/drawing/2014/main" id="{171A1B06-9A26-DEBA-1FAA-D7CE6A9CEEE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41671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90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96" name="Text Box 295">
            <a:extLst>
              <a:ext uri="{FF2B5EF4-FFF2-40B4-BE49-F238E27FC236}">
                <a16:creationId xmlns:a16="http://schemas.microsoft.com/office/drawing/2014/main" id="{55FE5DAD-E79E-DD04-876B-01A2862FD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13385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19633" name="Rectangle 298">
            <a:extLst>
              <a:ext uri="{FF2B5EF4-FFF2-40B4-BE49-F238E27FC236}">
                <a16:creationId xmlns:a16="http://schemas.microsoft.com/office/drawing/2014/main" id="{C83B3D31-8066-4AD3-00F1-D636B0BD8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281113"/>
            <a:ext cx="198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19634" name="Rectangle 299">
            <a:extLst>
              <a:ext uri="{FF2B5EF4-FFF2-40B4-BE49-F238E27FC236}">
                <a16:creationId xmlns:a16="http://schemas.microsoft.com/office/drawing/2014/main" id="{65E95785-FA3F-19A0-84EF-DB26475D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1766888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19635" name="Rectangle 300">
            <a:extLst>
              <a:ext uri="{FF2B5EF4-FFF2-40B4-BE49-F238E27FC236}">
                <a16:creationId xmlns:a16="http://schemas.microsoft.com/office/drawing/2014/main" id="{3D791A2E-3186-FF97-B6B1-FA19F7B4E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19636" name="Rectangle 301">
            <a:extLst>
              <a:ext uri="{FF2B5EF4-FFF2-40B4-BE49-F238E27FC236}">
                <a16:creationId xmlns:a16="http://schemas.microsoft.com/office/drawing/2014/main" id="{9956E5E0-F815-1222-51B7-3F455C5FA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600450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[6])</a:t>
            </a:r>
          </a:p>
        </p:txBody>
      </p:sp>
      <p:sp>
        <p:nvSpPr>
          <p:cNvPr id="19637" name="Rectangle 300">
            <a:extLst>
              <a:ext uri="{FF2B5EF4-FFF2-40B4-BE49-F238E27FC236}">
                <a16:creationId xmlns:a16="http://schemas.microsoft.com/office/drawing/2014/main" id="{159B4719-A3B1-F505-160D-549505A61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725738"/>
            <a:ext cx="200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19638" name="Rectangle 300">
            <a:extLst>
              <a:ext uri="{FF2B5EF4-FFF2-40B4-BE49-F238E27FC236}">
                <a16:creationId xmlns:a16="http://schemas.microsoft.com/office/drawing/2014/main" id="{FDABC0A9-D31C-C61F-3274-B88E70FAA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3121025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CBDED14B-3907-73C1-FA31-BC28CD29479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4495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n =N; 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= 0;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&lt; N;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</a:t>
            </a:r>
            <a:r>
              <a:rPr lang="en-US" sz="1050" b="1" dirty="0">
                <a:latin typeface="Times New Roman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 </a:t>
            </a:r>
            <a:r>
              <a:rPr lang="en-US" sz="1050" b="1" dirty="0">
                <a:latin typeface="Times New Roman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break;         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		</a:t>
            </a:r>
            <a:endParaRPr lang="en-US" sz="1050" b="1" dirty="0">
              <a:latin typeface="Trebuchet MS" pitchFamily="34" charset="0"/>
            </a:endParaRP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0CA58021-5E64-BB68-2793-4E31618D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0905" name="Slide Number Placeholder 33">
            <a:extLst>
              <a:ext uri="{FF2B5EF4-FFF2-40B4-BE49-F238E27FC236}">
                <a16:creationId xmlns:a16="http://schemas.microsoft.com/office/drawing/2014/main" id="{75382437-3248-C9ED-1537-E8B151FD7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CE18FE-F771-464F-BDE1-46196AE1616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4ADFF5-072A-8C64-860B-4CA0A9F513F8}"/>
              </a:ext>
            </a:extLst>
          </p:cNvPr>
          <p:cNvCxnSpPr/>
          <p:nvPr/>
        </p:nvCxnSpPr>
        <p:spPr>
          <a:xfrm>
            <a:off x="1676400" y="8223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65523A-615D-C754-9E2A-C975EC8B2570}"/>
              </a:ext>
            </a:extLst>
          </p:cNvPr>
          <p:cNvCxnSpPr/>
          <p:nvPr/>
        </p:nvCxnSpPr>
        <p:spPr>
          <a:xfrm>
            <a:off x="2427288" y="14160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8BD8C81-093B-5868-AA9B-1CF7282FD822}"/>
              </a:ext>
            </a:extLst>
          </p:cNvPr>
          <p:cNvCxnSpPr/>
          <p:nvPr/>
        </p:nvCxnSpPr>
        <p:spPr>
          <a:xfrm>
            <a:off x="3170238" y="18732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8D0AFA6-E8A4-F046-4DB3-845167277C74}"/>
              </a:ext>
            </a:extLst>
          </p:cNvPr>
          <p:cNvCxnSpPr/>
          <p:nvPr/>
        </p:nvCxnSpPr>
        <p:spPr>
          <a:xfrm>
            <a:off x="3903663" y="238283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BBCE37-80E1-A352-4028-2CA02BD5A5D2}"/>
              </a:ext>
            </a:extLst>
          </p:cNvPr>
          <p:cNvCxnSpPr/>
          <p:nvPr/>
        </p:nvCxnSpPr>
        <p:spPr>
          <a:xfrm>
            <a:off x="4622800" y="28511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1DD8BFF-7B9D-071F-5672-518B6285172D}"/>
              </a:ext>
            </a:extLst>
          </p:cNvPr>
          <p:cNvCxnSpPr/>
          <p:nvPr/>
        </p:nvCxnSpPr>
        <p:spPr>
          <a:xfrm>
            <a:off x="5334000" y="33369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CFCD9E3-A9A2-1F1F-5631-BE2082C21C77}"/>
              </a:ext>
            </a:extLst>
          </p:cNvPr>
          <p:cNvCxnSpPr/>
          <p:nvPr/>
        </p:nvCxnSpPr>
        <p:spPr>
          <a:xfrm>
            <a:off x="6111875" y="374808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3" grpId="0"/>
      <p:bldP spid="19634" grpId="0"/>
      <p:bldP spid="19635" grpId="0"/>
      <p:bldP spid="19636" grpId="0"/>
      <p:bldP spid="19637" grpId="0"/>
      <p:bldP spid="196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3F459A7-6847-142E-D00D-8911A6CA1A9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(Second Pass)</a:t>
            </a:r>
          </a:p>
        </p:txBody>
      </p:sp>
      <p:sp>
        <p:nvSpPr>
          <p:cNvPr id="32771" name="Text Box 32">
            <a:extLst>
              <a:ext uri="{FF2B5EF4-FFF2-40B4-BE49-F238E27FC236}">
                <a16:creationId xmlns:a16="http://schemas.microsoft.com/office/drawing/2014/main" id="{31E844B6-7B97-0249-C260-7F536424A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2772" name="Text Box 34">
            <a:extLst>
              <a:ext uri="{FF2B5EF4-FFF2-40B4-BE49-F238E27FC236}">
                <a16:creationId xmlns:a16="http://schemas.microsoft.com/office/drawing/2014/main" id="{E9852E6F-1601-362A-02FA-8A44F7D48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2773" name="Text Box 183">
            <a:extLst>
              <a:ext uri="{FF2B5EF4-FFF2-40B4-BE49-F238E27FC236}">
                <a16:creationId xmlns:a16="http://schemas.microsoft.com/office/drawing/2014/main" id="{9F5076CD-0B20-BA9F-0C6F-05EE06B3C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2774" name="Text Box 207">
            <a:extLst>
              <a:ext uri="{FF2B5EF4-FFF2-40B4-BE49-F238E27FC236}">
                <a16:creationId xmlns:a16="http://schemas.microsoft.com/office/drawing/2014/main" id="{3906AED0-D9DE-22DF-E666-EB56F90D3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2775" name="Text Box 229">
            <a:extLst>
              <a:ext uri="{FF2B5EF4-FFF2-40B4-BE49-F238E27FC236}">
                <a16:creationId xmlns:a16="http://schemas.microsoft.com/office/drawing/2014/main" id="{A5673F3A-6253-8DF4-A35E-D8A6BAB9B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20488" name="Freeform 230">
            <a:extLst>
              <a:ext uri="{FF2B5EF4-FFF2-40B4-BE49-F238E27FC236}">
                <a16:creationId xmlns:a16="http://schemas.microsoft.com/office/drawing/2014/main" id="{FB0462CA-4F35-6439-2343-789AD98DCF4D}"/>
              </a:ext>
            </a:extLst>
          </p:cNvPr>
          <p:cNvSpPr>
            <a:spLocks/>
          </p:cNvSpPr>
          <p:nvPr/>
        </p:nvSpPr>
        <p:spPr bwMode="auto">
          <a:xfrm flipV="1">
            <a:off x="3657600" y="2576513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Text Box 251">
            <a:extLst>
              <a:ext uri="{FF2B5EF4-FFF2-40B4-BE49-F238E27FC236}">
                <a16:creationId xmlns:a16="http://schemas.microsoft.com/office/drawing/2014/main" id="{9CD56419-C657-9496-C9B5-4D68850EB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2778" name="Text Box 273">
            <a:extLst>
              <a:ext uri="{FF2B5EF4-FFF2-40B4-BE49-F238E27FC236}">
                <a16:creationId xmlns:a16="http://schemas.microsoft.com/office/drawing/2014/main" id="{1001D5FF-F4AF-0A71-D0FE-B6F29D93E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20491" name="Rectangle 298">
            <a:extLst>
              <a:ext uri="{FF2B5EF4-FFF2-40B4-BE49-F238E27FC236}">
                <a16:creationId xmlns:a16="http://schemas.microsoft.com/office/drawing/2014/main" id="{728A49C8-44C3-09B0-8819-D48BB1FC1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143000"/>
            <a:ext cx="1987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20492" name="Rectangle 299">
            <a:extLst>
              <a:ext uri="{FF2B5EF4-FFF2-40B4-BE49-F238E27FC236}">
                <a16:creationId xmlns:a16="http://schemas.microsoft.com/office/drawing/2014/main" id="{995BD09D-D08D-8164-D865-1C55909F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1628775"/>
            <a:ext cx="20050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20493" name="Rectangle 300">
            <a:extLst>
              <a:ext uri="{FF2B5EF4-FFF2-40B4-BE49-F238E27FC236}">
                <a16:creationId xmlns:a16="http://schemas.microsoft.com/office/drawing/2014/main" id="{C26ED606-B83E-8CB1-5535-B8D9AAA4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20494" name="Rectangle 300">
            <a:extLst>
              <a:ext uri="{FF2B5EF4-FFF2-40B4-BE49-F238E27FC236}">
                <a16:creationId xmlns:a16="http://schemas.microsoft.com/office/drawing/2014/main" id="{76EB0C17-E69E-DD82-449F-20ADF6D9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587625"/>
            <a:ext cx="20050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20495" name="Rectangle 300">
            <a:extLst>
              <a:ext uri="{FF2B5EF4-FFF2-40B4-BE49-F238E27FC236}">
                <a16:creationId xmlns:a16="http://schemas.microsoft.com/office/drawing/2014/main" id="{A0133DA2-37B1-286C-5DFF-6F5A7A235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982913"/>
            <a:ext cx="20050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2784" name="Rectangle 3">
            <a:extLst>
              <a:ext uri="{FF2B5EF4-FFF2-40B4-BE49-F238E27FC236}">
                <a16:creationId xmlns:a16="http://schemas.microsoft.com/office/drawing/2014/main" id="{FBA440A3-D635-5ADC-7B47-D8AF09BF6DB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4267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n =N; 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1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1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		</a:t>
            </a:r>
            <a:endParaRPr lang="en-US" altLang="en-US" sz="1100" b="1">
              <a:latin typeface="Trebuchet MS" panose="020B0603020202020204" pitchFamily="34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50EE4E14-07F2-A6BB-0F19-7F7736D3E51A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762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A9E3EB9-DDC9-73DF-D977-F18978AE1F11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295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37" name="Freeform 184">
            <a:extLst>
              <a:ext uri="{FF2B5EF4-FFF2-40B4-BE49-F238E27FC236}">
                <a16:creationId xmlns:a16="http://schemas.microsoft.com/office/drawing/2014/main" id="{FD2E9071-CAE7-F34C-E198-AE00E24EE739}"/>
              </a:ext>
            </a:extLst>
          </p:cNvPr>
          <p:cNvSpPr>
            <a:spLocks/>
          </p:cNvSpPr>
          <p:nvPr/>
        </p:nvSpPr>
        <p:spPr bwMode="auto">
          <a:xfrm flipV="1">
            <a:off x="1438275" y="106680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D4352D0-18FF-C94F-68A0-828CF3AECCD5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8081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E050A59-4AA5-D7E7-73A2-59A5249BDB1C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2431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7270773-8DD2-98F0-9446-6B12EDE93059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7273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FADC18F-B5EF-5CC7-3F22-E782C965B29E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18" name="Freeform 185">
            <a:extLst>
              <a:ext uri="{FF2B5EF4-FFF2-40B4-BE49-F238E27FC236}">
                <a16:creationId xmlns:a16="http://schemas.microsoft.com/office/drawing/2014/main" id="{673A6590-146D-ADA5-1D11-DBF657E66900}"/>
              </a:ext>
            </a:extLst>
          </p:cNvPr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19" name="Freeform 208">
            <a:extLst>
              <a:ext uri="{FF2B5EF4-FFF2-40B4-BE49-F238E27FC236}">
                <a16:creationId xmlns:a16="http://schemas.microsoft.com/office/drawing/2014/main" id="{1ABE947B-64AF-4C1E-505D-E5B7AC2122D2}"/>
              </a:ext>
            </a:extLst>
          </p:cNvPr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20" name="Freeform 252">
            <a:extLst>
              <a:ext uri="{FF2B5EF4-FFF2-40B4-BE49-F238E27FC236}">
                <a16:creationId xmlns:a16="http://schemas.microsoft.com/office/drawing/2014/main" id="{48C90CE7-28BE-C4C9-4AB6-39C60ADA32CD}"/>
              </a:ext>
            </a:extLst>
          </p:cNvPr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8CE932C-8A76-F665-BBC0-5E4FB4166DC8}"/>
              </a:ext>
            </a:extLst>
          </p:cNvPr>
          <p:cNvGraphicFramePr>
            <a:graphicFrameLocks noGrp="1"/>
          </p:cNvGraphicFramePr>
          <p:nvPr/>
        </p:nvGraphicFramePr>
        <p:xfrm>
          <a:off x="1087438" y="3636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BA5437A-7AA3-370D-C409-45B6EB64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2930" name="Slide Number Placeholder 28">
            <a:extLst>
              <a:ext uri="{FF2B5EF4-FFF2-40B4-BE49-F238E27FC236}">
                <a16:creationId xmlns:a16="http://schemas.microsoft.com/office/drawing/2014/main" id="{0A319960-3446-6A30-B2B8-DB87C60E8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7EA230-3CAF-48AE-ACB6-55A825691A6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8017D7-E99B-057F-648B-182115BE99CA}"/>
              </a:ext>
            </a:extLst>
          </p:cNvPr>
          <p:cNvCxnSpPr/>
          <p:nvPr/>
        </p:nvCxnSpPr>
        <p:spPr>
          <a:xfrm>
            <a:off x="1582738" y="8382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B7E1FF-C1A1-58DE-E187-DF72B66F479E}"/>
              </a:ext>
            </a:extLst>
          </p:cNvPr>
          <p:cNvCxnSpPr/>
          <p:nvPr/>
        </p:nvCxnSpPr>
        <p:spPr>
          <a:xfrm>
            <a:off x="2379663" y="13366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D722F68-5526-BC30-334A-E1FC99D3B0D7}"/>
              </a:ext>
            </a:extLst>
          </p:cNvPr>
          <p:cNvCxnSpPr/>
          <p:nvPr/>
        </p:nvCxnSpPr>
        <p:spPr>
          <a:xfrm>
            <a:off x="3106738" y="1903413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B96A6B3-AC94-807D-F75C-F08D42D2F1C5}"/>
              </a:ext>
            </a:extLst>
          </p:cNvPr>
          <p:cNvCxnSpPr/>
          <p:nvPr/>
        </p:nvCxnSpPr>
        <p:spPr>
          <a:xfrm>
            <a:off x="3810000" y="23368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AF1CF2-A5DC-61F9-8D96-931A25235515}"/>
              </a:ext>
            </a:extLst>
          </p:cNvPr>
          <p:cNvCxnSpPr/>
          <p:nvPr/>
        </p:nvCxnSpPr>
        <p:spPr>
          <a:xfrm>
            <a:off x="4589463" y="28352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9DD5CC-B2F0-71FC-0CE0-F31A391FA97D}"/>
              </a:ext>
            </a:extLst>
          </p:cNvPr>
          <p:cNvCxnSpPr/>
          <p:nvPr/>
        </p:nvCxnSpPr>
        <p:spPr>
          <a:xfrm>
            <a:off x="5326063" y="32766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 animBg="1"/>
      <p:bldP spid="20492" grpId="0" animBg="1"/>
      <p:bldP spid="20493" grpId="0" animBg="1"/>
      <p:bldP spid="20494" grpId="0" animBg="1"/>
      <p:bldP spid="2049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94556A6-397C-4621-B9C5-22AAE5A6482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(Third Pass)</a:t>
            </a:r>
          </a:p>
        </p:txBody>
      </p:sp>
      <p:sp>
        <p:nvSpPr>
          <p:cNvPr id="34819" name="Text Box 32">
            <a:extLst>
              <a:ext uri="{FF2B5EF4-FFF2-40B4-BE49-F238E27FC236}">
                <a16:creationId xmlns:a16="http://schemas.microsoft.com/office/drawing/2014/main" id="{1450E3DB-1C11-842A-130F-55F66E9F9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34820" name="Text Box 34">
            <a:extLst>
              <a:ext uri="{FF2B5EF4-FFF2-40B4-BE49-F238E27FC236}">
                <a16:creationId xmlns:a16="http://schemas.microsoft.com/office/drawing/2014/main" id="{2FBDC82B-8D0F-CCE6-C18F-8DFD73F04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4821" name="Text Box 183">
            <a:extLst>
              <a:ext uri="{FF2B5EF4-FFF2-40B4-BE49-F238E27FC236}">
                <a16:creationId xmlns:a16="http://schemas.microsoft.com/office/drawing/2014/main" id="{FF7B3C6F-EC19-E70D-AD2A-CD1DD34D7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4822" name="Text Box 207">
            <a:extLst>
              <a:ext uri="{FF2B5EF4-FFF2-40B4-BE49-F238E27FC236}">
                <a16:creationId xmlns:a16="http://schemas.microsoft.com/office/drawing/2014/main" id="{E5CA0C11-DFD2-8607-92BB-AE56F6587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4823" name="Text Box 229">
            <a:extLst>
              <a:ext uri="{FF2B5EF4-FFF2-40B4-BE49-F238E27FC236}">
                <a16:creationId xmlns:a16="http://schemas.microsoft.com/office/drawing/2014/main" id="{F6071A4D-4D9C-49D1-55AF-C9F12FDD2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4824" name="Text Box 251">
            <a:extLst>
              <a:ext uri="{FF2B5EF4-FFF2-40B4-BE49-F238E27FC236}">
                <a16:creationId xmlns:a16="http://schemas.microsoft.com/office/drawing/2014/main" id="{F6BBEB25-8BBA-C536-219C-6387D1BB3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4825" name="Rectangle 3">
            <a:extLst>
              <a:ext uri="{FF2B5EF4-FFF2-40B4-BE49-F238E27FC236}">
                <a16:creationId xmlns:a16="http://schemas.microsoft.com/office/drawing/2014/main" id="{8B4E05FB-01CD-F90E-360B-FBECFEE125B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886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6A71FD3-CF92-4549-F1FB-85CC05A816A2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8985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EF1DD11-E805-D9DA-8F63-C1346CF3596E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27AFC97-A53D-6FB0-863D-077468D6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4867" name="Slide Number Placeholder 12">
            <a:extLst>
              <a:ext uri="{FF2B5EF4-FFF2-40B4-BE49-F238E27FC236}">
                <a16:creationId xmlns:a16="http://schemas.microsoft.com/office/drawing/2014/main" id="{484D4A3D-AB94-0B3E-A37B-9B817953F0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3261DC-3850-4F2F-861F-31211351200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B5F6E4B-DFF2-014F-377A-6F8E890E5DB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(Fourth Pass)</a:t>
            </a:r>
          </a:p>
        </p:txBody>
      </p:sp>
      <p:sp>
        <p:nvSpPr>
          <p:cNvPr id="36867" name="Text Box 32">
            <a:extLst>
              <a:ext uri="{FF2B5EF4-FFF2-40B4-BE49-F238E27FC236}">
                <a16:creationId xmlns:a16="http://schemas.microsoft.com/office/drawing/2014/main" id="{5F921675-75D4-BEB6-7AAB-0F8DD6841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36868" name="Text Box 34">
            <a:extLst>
              <a:ext uri="{FF2B5EF4-FFF2-40B4-BE49-F238E27FC236}">
                <a16:creationId xmlns:a16="http://schemas.microsoft.com/office/drawing/2014/main" id="{671583B1-8412-7C3F-7A54-9A2321EB9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6869" name="Text Box 183">
            <a:extLst>
              <a:ext uri="{FF2B5EF4-FFF2-40B4-BE49-F238E27FC236}">
                <a16:creationId xmlns:a16="http://schemas.microsoft.com/office/drawing/2014/main" id="{318F7625-8FE3-8050-9E8C-F374A43C0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6870" name="Text Box 207">
            <a:extLst>
              <a:ext uri="{FF2B5EF4-FFF2-40B4-BE49-F238E27FC236}">
                <a16:creationId xmlns:a16="http://schemas.microsoft.com/office/drawing/2014/main" id="{0C5F5070-5BD0-6EDF-B58A-014628BA0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6871" name="Text Box 229">
            <a:extLst>
              <a:ext uri="{FF2B5EF4-FFF2-40B4-BE49-F238E27FC236}">
                <a16:creationId xmlns:a16="http://schemas.microsoft.com/office/drawing/2014/main" id="{4A9DA327-C67F-03D6-E0D9-6621A7A1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6872" name="Rectangle 3">
            <a:extLst>
              <a:ext uri="{FF2B5EF4-FFF2-40B4-BE49-F238E27FC236}">
                <a16:creationId xmlns:a16="http://schemas.microsoft.com/office/drawing/2014/main" id="{65A38BE0-70E3-C2F5-50E5-089CB2C1509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733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A4756CD-00E0-07CB-1DE5-BE0418C4114A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838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37D252-D457-8957-95B0-D71C6EAB9596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743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B552799-CC51-0E6D-04AF-2C831A38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6914" name="Slide Number Placeholder 12">
            <a:extLst>
              <a:ext uri="{FF2B5EF4-FFF2-40B4-BE49-F238E27FC236}">
                <a16:creationId xmlns:a16="http://schemas.microsoft.com/office/drawing/2014/main" id="{474CF103-9C76-D26E-28F8-89C55C3D4C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04028D-9277-4EB2-8063-C53F2FD4E5C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131DD7F-B6A9-05CB-63F0-95A2195661F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(Fifth Pass)</a:t>
            </a:r>
          </a:p>
        </p:txBody>
      </p:sp>
      <p:sp>
        <p:nvSpPr>
          <p:cNvPr id="38915" name="Text Box 32">
            <a:extLst>
              <a:ext uri="{FF2B5EF4-FFF2-40B4-BE49-F238E27FC236}">
                <a16:creationId xmlns:a16="http://schemas.microsoft.com/office/drawing/2014/main" id="{AFE6C1FA-9BA8-13CE-7062-7DDFE00FA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38916" name="Text Box 34">
            <a:extLst>
              <a:ext uri="{FF2B5EF4-FFF2-40B4-BE49-F238E27FC236}">
                <a16:creationId xmlns:a16="http://schemas.microsoft.com/office/drawing/2014/main" id="{46D0A765-9C77-30D7-4B62-D14F6D8BD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8917" name="Text Box 183">
            <a:extLst>
              <a:ext uri="{FF2B5EF4-FFF2-40B4-BE49-F238E27FC236}">
                <a16:creationId xmlns:a16="http://schemas.microsoft.com/office/drawing/2014/main" id="{C52AE0DC-654F-FC28-3F16-70141233B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8918" name="Text Box 207">
            <a:extLst>
              <a:ext uri="{FF2B5EF4-FFF2-40B4-BE49-F238E27FC236}">
                <a16:creationId xmlns:a16="http://schemas.microsoft.com/office/drawing/2014/main" id="{97711807-0D25-8499-BCEB-B68E3569C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A876FAF3-70DA-FC9B-BFC7-DCE8F6C3554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657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DA0C877-F2FF-5145-DFE6-A8AE413FBD89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B68797-DDAD-162A-D6D3-27D5814E2F43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5F80DD4-D1A6-2907-537C-7E29EAA1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8961" name="Slide Number Placeholder 12">
            <a:extLst>
              <a:ext uri="{FF2B5EF4-FFF2-40B4-BE49-F238E27FC236}">
                <a16:creationId xmlns:a16="http://schemas.microsoft.com/office/drawing/2014/main" id="{50A35A3E-ACDC-D726-3A3D-A04C284DEF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10108C-B40A-463F-AC5F-4361102392E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CFF6411-F099-60CE-955E-788E4A8F090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(Sixth Pass)</a:t>
            </a:r>
          </a:p>
        </p:txBody>
      </p:sp>
      <p:sp>
        <p:nvSpPr>
          <p:cNvPr id="40963" name="Text Box 32">
            <a:extLst>
              <a:ext uri="{FF2B5EF4-FFF2-40B4-BE49-F238E27FC236}">
                <a16:creationId xmlns:a16="http://schemas.microsoft.com/office/drawing/2014/main" id="{71BBA274-302E-0B3F-F67D-6B129BE40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40964" name="Text Box 34">
            <a:extLst>
              <a:ext uri="{FF2B5EF4-FFF2-40B4-BE49-F238E27FC236}">
                <a16:creationId xmlns:a16="http://schemas.microsoft.com/office/drawing/2014/main" id="{EB0A60ED-E5A9-544C-AD63-9B13C4C5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690688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69E9A929-1CEF-4326-D8F8-73779F57485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4290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F99A82-ED9E-10CF-A7EB-AB3AB49C1E48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752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7550BC-FD2E-1A02-F779-A926A4007186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006" name="Text Box 34">
            <a:extLst>
              <a:ext uri="{FF2B5EF4-FFF2-40B4-BE49-F238E27FC236}">
                <a16:creationId xmlns:a16="http://schemas.microsoft.com/office/drawing/2014/main" id="{B09B9CCE-10C3-C25E-897E-A7E76A1F6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4F6B46-9D51-5CEA-F2C6-2BFFD028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1008" name="Slide Number Placeholder 9">
            <a:extLst>
              <a:ext uri="{FF2B5EF4-FFF2-40B4-BE49-F238E27FC236}">
                <a16:creationId xmlns:a16="http://schemas.microsoft.com/office/drawing/2014/main" id="{062E6B97-9A44-B0B8-B4E4-AA8A1E51C8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F6D959-B438-43D0-A01B-610FEA8ACA8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7927558-C8AB-BE7B-67B6-9F636A4EECB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Example (Seventh Pass)</a:t>
            </a:r>
          </a:p>
        </p:txBody>
      </p:sp>
      <p:sp>
        <p:nvSpPr>
          <p:cNvPr id="43011" name="Text Box 32">
            <a:extLst>
              <a:ext uri="{FF2B5EF4-FFF2-40B4-BE49-F238E27FC236}">
                <a16:creationId xmlns:a16="http://schemas.microsoft.com/office/drawing/2014/main" id="{DC14A885-C70C-F64B-59FA-D84DAB231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43012" name="Text Box 34">
            <a:extLst>
              <a:ext uri="{FF2B5EF4-FFF2-40B4-BE49-F238E27FC236}">
                <a16:creationId xmlns:a16="http://schemas.microsoft.com/office/drawing/2014/main" id="{BC1D7449-CD6A-AF35-6DD4-AA2244691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4620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D9C8441-894D-5B8B-9E84-3356EE302CE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276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1B320A6-C4D0-22E4-D1B4-B577A14E01E9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524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B509A1-A00B-4E99-8307-34B25235A061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55DE2-C424-3B36-F8FF-FF34CC9D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3055" name="Slide Number Placeholder 8">
            <a:extLst>
              <a:ext uri="{FF2B5EF4-FFF2-40B4-BE49-F238E27FC236}">
                <a16:creationId xmlns:a16="http://schemas.microsoft.com/office/drawing/2014/main" id="{C65D8BAB-3E54-4D06-A478-D81DE87C45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0FDEE-5F99-4546-9B7F-4A957BA64D1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2BDFA55-59B7-B6F7-F140-C1EB9670830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57AA21D-1280-A429-BC67-8B361AF9391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0B2BF-6F3A-73D0-33CE-8383D59F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B9CA7140-E195-236E-7226-3A10ED200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937185-DF46-4219-8234-20F033F92EE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45062" name="TextBox 5">
            <a:extLst>
              <a:ext uri="{FF2B5EF4-FFF2-40B4-BE49-F238E27FC236}">
                <a16:creationId xmlns:a16="http://schemas.microsoft.com/office/drawing/2014/main" id="{1FB4D7D7-6497-2BD0-3B78-1E4C71CD9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29540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D5FEFD4-EB43-4597-AA39-806D278141F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39713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worst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05FE1-AA28-731C-78A2-57A2B5E1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648AEF44-BCDE-81A4-083C-3D0FE55F77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6CD62-72A9-4A35-877F-98ED0364F95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pic>
        <p:nvPicPr>
          <p:cNvPr id="47109" name="Picture 10">
            <a:extLst>
              <a:ext uri="{FF2B5EF4-FFF2-40B4-BE49-F238E27FC236}">
                <a16:creationId xmlns:a16="http://schemas.microsoft.com/office/drawing/2014/main" id="{A683B6BC-C434-BFC7-C288-D85FC040D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3810" r="37071" b="7510"/>
          <a:stretch>
            <a:fillRect/>
          </a:stretch>
        </p:blipFill>
        <p:spPr bwMode="auto">
          <a:xfrm>
            <a:off x="730250" y="3157538"/>
            <a:ext cx="36576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9">
            <a:extLst>
              <a:ext uri="{FF2B5EF4-FFF2-40B4-BE49-F238E27FC236}">
                <a16:creationId xmlns:a16="http://schemas.microsoft.com/office/drawing/2014/main" id="{2BB04DE1-5A15-114A-A1F9-6A4E3D137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r="37106" b="7936"/>
          <a:stretch>
            <a:fillRect/>
          </a:stretch>
        </p:blipFill>
        <p:spPr bwMode="auto">
          <a:xfrm>
            <a:off x="730250" y="511175"/>
            <a:ext cx="3654425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10">
            <a:extLst>
              <a:ext uri="{FF2B5EF4-FFF2-40B4-BE49-F238E27FC236}">
                <a16:creationId xmlns:a16="http://schemas.microsoft.com/office/drawing/2014/main" id="{D1975DF5-50B1-9150-E9B5-D71C96698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3810" r="37071" b="7510"/>
          <a:stretch>
            <a:fillRect/>
          </a:stretch>
        </p:blipFill>
        <p:spPr bwMode="auto">
          <a:xfrm>
            <a:off x="730250" y="3744913"/>
            <a:ext cx="36576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D6400-282D-C035-64E8-A68B67B8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id="{55B8BC34-D08F-4A9D-ACCC-6C70FC911D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028C50-4B89-4468-8AC6-39551E1256A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CE4672-877A-2783-B444-081C862391D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28600"/>
            <a:ext cx="7239000" cy="7620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output(2) mixed data</a:t>
            </a:r>
          </a:p>
        </p:txBody>
      </p:sp>
      <p:pic>
        <p:nvPicPr>
          <p:cNvPr id="49157" name="Picture 2">
            <a:extLst>
              <a:ext uri="{FF2B5EF4-FFF2-40B4-BE49-F238E27FC236}">
                <a16:creationId xmlns:a16="http://schemas.microsoft.com/office/drawing/2014/main" id="{2B12C8E3-3F25-D157-865C-2A9EA708E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9" t="4468" r="32632" b="7712"/>
          <a:stretch>
            <a:fillRect/>
          </a:stretch>
        </p:blipFill>
        <p:spPr bwMode="auto">
          <a:xfrm>
            <a:off x="554038" y="496888"/>
            <a:ext cx="3690937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3">
            <a:extLst>
              <a:ext uri="{FF2B5EF4-FFF2-40B4-BE49-F238E27FC236}">
                <a16:creationId xmlns:a16="http://schemas.microsoft.com/office/drawing/2014/main" id="{158931EC-659E-DE8D-0B6B-523517049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7" t="4202" r="33182" b="8807"/>
          <a:stretch>
            <a:fillRect/>
          </a:stretch>
        </p:blipFill>
        <p:spPr bwMode="auto">
          <a:xfrm>
            <a:off x="525463" y="3575050"/>
            <a:ext cx="3686175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5C0F8E9-36E8-5EAD-EF51-3ABFA8BD534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39713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Best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06D93-E3DD-5A10-4FC0-5130FAB8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47C95AC0-1318-EEE2-3A48-912CA700E8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F05F52-1AC1-43E9-AAB0-D31EC2585AB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pic>
        <p:nvPicPr>
          <p:cNvPr id="51205" name="Picture 2">
            <a:extLst>
              <a:ext uri="{FF2B5EF4-FFF2-40B4-BE49-F238E27FC236}">
                <a16:creationId xmlns:a16="http://schemas.microsoft.com/office/drawing/2014/main" id="{77949F2F-54FF-6417-8DEB-070F35378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" r="38994" b="7553"/>
          <a:stretch>
            <a:fillRect/>
          </a:stretch>
        </p:blipFill>
        <p:spPr bwMode="auto">
          <a:xfrm>
            <a:off x="296863" y="542925"/>
            <a:ext cx="3665537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3">
            <a:extLst>
              <a:ext uri="{FF2B5EF4-FFF2-40B4-BE49-F238E27FC236}">
                <a16:creationId xmlns:a16="http://schemas.microsoft.com/office/drawing/2014/main" id="{E5006555-F159-9A11-AEC3-735583CE9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0" t="4341" r="39116" b="8420"/>
          <a:stretch>
            <a:fillRect/>
          </a:stretch>
        </p:blipFill>
        <p:spPr bwMode="auto">
          <a:xfrm>
            <a:off x="295275" y="3794125"/>
            <a:ext cx="3649663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B1171075-561D-1546-E1BF-4D33F422F30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0AB6A74-2D44-93E6-6803-EDB90059299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69FD4-DB25-B0AF-5006-639F8E3F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3253" name="Slide Number Placeholder 4">
            <a:extLst>
              <a:ext uri="{FF2B5EF4-FFF2-40B4-BE49-F238E27FC236}">
                <a16:creationId xmlns:a16="http://schemas.microsoft.com/office/drawing/2014/main" id="{1FF65890-46DF-BD31-6F25-E0852B3E6E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7A8DBF-5330-449C-BFC2-82532191D02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83536-6BFD-049A-EAEA-524DD3AFE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4867B45-65E7-941B-1F55-59C0FF29458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39688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worst case</a:t>
            </a: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B8687642-9BA4-0713-512B-35237CB10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642938"/>
            <a:ext cx="8077200" cy="62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7DA8B-CF9B-AA0F-F13E-6BEBB221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5301" name="Slide Number Placeholder 4">
            <a:extLst>
              <a:ext uri="{FF2B5EF4-FFF2-40B4-BE49-F238E27FC236}">
                <a16:creationId xmlns:a16="http://schemas.microsoft.com/office/drawing/2014/main" id="{A58B3397-2C95-D3D6-FE04-D3BF54D6A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14075E-9644-40A6-9528-61797D656CE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D5CDCAA-1866-FB65-51F6-3D4AE6EBFC6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39688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 (1) best case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497268FF-C11F-2245-BE74-D16B3F970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817721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D2281-F601-7F13-6D06-87934101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7349" name="Slide Number Placeholder 4">
            <a:extLst>
              <a:ext uri="{FF2B5EF4-FFF2-40B4-BE49-F238E27FC236}">
                <a16:creationId xmlns:a16="http://schemas.microsoft.com/office/drawing/2014/main" id="{ED299A08-3EE7-9789-8818-258D3A7B8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9D5F85-CB8B-49B8-BBD0-F62F131B5F9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BC10E6A-EB90-7BD5-D088-B28B8D1F26A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7B7D565-C1B8-6C19-2E02-E589549EF20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On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pass we “insert”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element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into its rightful place among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[i-1]</a:t>
            </a:r>
            <a:r>
              <a:rPr lang="en-US" altLang="en-US">
                <a:latin typeface="Trebuchet MS" panose="020B0603020202020204" pitchFamily="34" charset="0"/>
              </a:rPr>
              <a:t> which were placed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After this insertion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are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	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4B480-B0ED-F422-0224-C664EDEC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9397" name="Slide Number Placeholder 4">
            <a:extLst>
              <a:ext uri="{FF2B5EF4-FFF2-40B4-BE49-F238E27FC236}">
                <a16:creationId xmlns:a16="http://schemas.microsoft.com/office/drawing/2014/main" id="{E687625B-22AB-172D-C679-A85041CD7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497EB3-3BE6-4B69-B07D-5D5D6CEB113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8F3BDBF-658F-3BC8-1D6B-4E07AC801F0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F236B845-9D37-B1AE-2F57-ECA9F651604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=1, </a:t>
            </a:r>
            <a:r>
              <a:rPr lang="en-US" altLang="en-US" i="1">
                <a:latin typeface="Times New Roman" panose="02020603050405020304" pitchFamily="18" charset="0"/>
              </a:rPr>
              <a:t>i  </a:t>
            </a:r>
            <a:r>
              <a:rPr lang="en-US" altLang="en-US">
                <a:latin typeface="Times New Roman" panose="02020603050405020304" pitchFamily="18" charset="0"/>
              </a:rPr>
              <a:t>&lt; 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temp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j </a:t>
            </a:r>
            <a:r>
              <a:rPr lang="en-US" altLang="en-US">
                <a:latin typeface="Times New Roman" panose="02020603050405020304" pitchFamily="18" charset="0"/>
              </a:rPr>
              <a:t>= i, </a:t>
            </a:r>
            <a:r>
              <a:rPr lang="en-US" altLang="en-US" i="1">
                <a:latin typeface="Times New Roman" panose="02020603050405020304" pitchFamily="18" charset="0"/>
              </a:rPr>
              <a:t>j&gt;0  &amp;&amp;  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  <a:r>
              <a:rPr lang="en-US" altLang="en-US" i="1">
                <a:latin typeface="Times New Roman" panose="02020603050405020304" pitchFamily="18" charset="0"/>
              </a:rPr>
              <a:t> &gt; temp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}//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487CA-E62D-3068-5259-3CFA1D1F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1445" name="Slide Number Placeholder 4">
            <a:extLst>
              <a:ext uri="{FF2B5EF4-FFF2-40B4-BE49-F238E27FC236}">
                <a16:creationId xmlns:a16="http://schemas.microsoft.com/office/drawing/2014/main" id="{940EBFFF-A253-3ED4-B55B-D55A4C2D3B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F90373-76C0-40C7-A52C-5439F88AB37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555163-7C12-9CD0-9DC3-EC66A7BAD4CA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31CCD6-0A63-D3F4-CB64-FAF64F762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1981200"/>
            <a:ext cx="311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&gt; 0  &amp;&amp;  A [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 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-1] &gt;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temp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en-US" sz="1800" b="1">
              <a:solidFill>
                <a:srgbClr val="B53325"/>
              </a:solidFill>
              <a:latin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924E31-9941-41EC-C31A-EC49B1E9C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575" y="1676400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62  &gt;  58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D3ECF2-B820-EEEB-5682-D85621AE9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286000"/>
            <a:ext cx="192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     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[0]</a:t>
            </a: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2319A899-F924-EE74-29FA-0BD88574658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(First Pass)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55073A8A-163E-3DDF-8033-5962547B6CC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287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15" name="Rectangle 23">
            <a:extLst>
              <a:ext uri="{FF2B5EF4-FFF2-40B4-BE49-F238E27FC236}">
                <a16:creationId xmlns:a16="http://schemas.microsoft.com/office/drawing/2014/main" id="{8322A899-8D9D-BDDC-406A-29AF488C3E07}"/>
              </a:ext>
            </a:extLst>
          </p:cNvPr>
          <p:cNvSpPr>
            <a:spLocks/>
          </p:cNvSpPr>
          <p:nvPr/>
        </p:nvSpPr>
        <p:spPr bwMode="auto">
          <a:xfrm>
            <a:off x="609600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63516" name="Text Box 24">
            <a:extLst>
              <a:ext uri="{FF2B5EF4-FFF2-40B4-BE49-F238E27FC236}">
                <a16:creationId xmlns:a16="http://schemas.microsoft.com/office/drawing/2014/main" id="{F73AD3D6-A4B1-4CFB-BE30-A518D65C2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3817" name="Text Box 25">
            <a:extLst>
              <a:ext uri="{FF2B5EF4-FFF2-40B4-BE49-F238E27FC236}">
                <a16:creationId xmlns:a16="http://schemas.microsoft.com/office/drawing/2014/main" id="{83938DE0-5C15-C5E6-A21D-58726F4EB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219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3322" name="Group 26">
            <a:extLst>
              <a:ext uri="{FF2B5EF4-FFF2-40B4-BE49-F238E27FC236}">
                <a16:creationId xmlns:a16="http://schemas.microsoft.com/office/drawing/2014/main" id="{E568C216-BC7E-C872-F55E-9DA86F6EEF7B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28700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38" name="Freeform 67">
            <a:extLst>
              <a:ext uri="{FF2B5EF4-FFF2-40B4-BE49-F238E27FC236}">
                <a16:creationId xmlns:a16="http://schemas.microsoft.com/office/drawing/2014/main" id="{F2B8CD2E-45C1-9C89-B27D-CD4767E8D329}"/>
              </a:ext>
            </a:extLst>
          </p:cNvPr>
          <p:cNvSpPr>
            <a:spLocks/>
          </p:cNvSpPr>
          <p:nvPr/>
        </p:nvSpPr>
        <p:spPr bwMode="auto">
          <a:xfrm flipV="1">
            <a:off x="1323975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9" name="Text Box 183">
            <a:extLst>
              <a:ext uri="{FF2B5EF4-FFF2-40B4-BE49-F238E27FC236}">
                <a16:creationId xmlns:a16="http://schemas.microsoft.com/office/drawing/2014/main" id="{99AFAE34-D27B-976E-6ED2-8372520A2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813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58</a:t>
            </a:r>
          </a:p>
        </p:txBody>
      </p:sp>
      <p:sp>
        <p:nvSpPr>
          <p:cNvPr id="33840" name="Rectangle 184">
            <a:extLst>
              <a:ext uri="{FF2B5EF4-FFF2-40B4-BE49-F238E27FC236}">
                <a16:creationId xmlns:a16="http://schemas.microsoft.com/office/drawing/2014/main" id="{ECFA6967-04BA-D554-21D0-A47AB3B5D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3841" name="Line 185">
            <a:extLst>
              <a:ext uri="{FF2B5EF4-FFF2-40B4-BE49-F238E27FC236}">
                <a16:creationId xmlns:a16="http://schemas.microsoft.com/office/drawing/2014/main" id="{1499017A-C979-C40A-77DB-FCAE7353F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Text Box 191">
            <a:extLst>
              <a:ext uri="{FF2B5EF4-FFF2-40B4-BE49-F238E27FC236}">
                <a16:creationId xmlns:a16="http://schemas.microsoft.com/office/drawing/2014/main" id="{50F65836-B088-D039-47C1-950B66701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7240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3488" name="Group 192">
            <a:extLst>
              <a:ext uri="{FF2B5EF4-FFF2-40B4-BE49-F238E27FC236}">
                <a16:creationId xmlns:a16="http://schemas.microsoft.com/office/drawing/2014/main" id="{3AD8D274-ED3D-CB01-5181-165160E5B4FB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90" name="Rectangle 215">
            <a:extLst>
              <a:ext uri="{FF2B5EF4-FFF2-40B4-BE49-F238E27FC236}">
                <a16:creationId xmlns:a16="http://schemas.microsoft.com/office/drawing/2014/main" id="{D409B1FA-0C96-A309-468C-340F3FC6F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2254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58;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51B0432-40F6-D689-5542-49AEADFF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3565" name="Slide Number Placeholder 16">
            <a:extLst>
              <a:ext uri="{FF2B5EF4-FFF2-40B4-BE49-F238E27FC236}">
                <a16:creationId xmlns:a16="http://schemas.microsoft.com/office/drawing/2014/main" id="{FADEA002-817D-1042-A273-3FC5C6D742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B7912C-B561-423C-8CAC-D340C1EEF62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F3F39C-48E2-A20E-0071-FA1A87781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67000"/>
            <a:ext cx="1182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  </a:t>
            </a:r>
            <a:r>
              <a:rPr lang="en-US" altLang="en-US" sz="1800" b="1" i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= 0</a:t>
            </a:r>
            <a:endParaRPr lang="en-US" altLang="en-US" sz="1800" b="1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2987CE-F9DD-C074-AEC5-078565B7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2678113"/>
            <a:ext cx="1020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   exit</a:t>
            </a:r>
            <a:endParaRPr lang="en-US" alt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6476E-C309-D8C3-9D6C-CAA286C5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2989263"/>
            <a:ext cx="201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] = temp (= 58) 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18" grpId="1"/>
      <p:bldP spid="19" grpId="0"/>
      <p:bldP spid="19" grpId="1"/>
      <p:bldP spid="20" grpId="0"/>
      <p:bldP spid="20" grpId="1"/>
      <p:bldP spid="33817" grpId="0"/>
      <p:bldP spid="33840" grpId="0"/>
      <p:bldP spid="33842" grpId="0"/>
      <p:bldP spid="34890" grpId="0"/>
      <p:bldP spid="21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1D83188-94B1-232F-F03B-E6889D40D9B8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CA26A09-72BC-8735-00CD-685E8FFBDD3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(Second Pass)</a:t>
            </a:r>
          </a:p>
        </p:txBody>
      </p:sp>
      <p:graphicFrame>
        <p:nvGraphicFramePr>
          <p:cNvPr id="185347" name="Group 3">
            <a:extLst>
              <a:ext uri="{FF2B5EF4-FFF2-40B4-BE49-F238E27FC236}">
                <a16:creationId xmlns:a16="http://schemas.microsoft.com/office/drawing/2014/main" id="{3BE5F99C-563C-C4A7-F75A-A947A0D53F5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560" name="Text Box 24">
            <a:extLst>
              <a:ext uri="{FF2B5EF4-FFF2-40B4-BE49-F238E27FC236}">
                <a16:creationId xmlns:a16="http://schemas.microsoft.com/office/drawing/2014/main" id="{0F783182-825A-35DA-C180-A44B81263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2" name="Text Box 25">
            <a:extLst>
              <a:ext uri="{FF2B5EF4-FFF2-40B4-BE49-F238E27FC236}">
                <a16:creationId xmlns:a16="http://schemas.microsoft.com/office/drawing/2014/main" id="{01F0B29B-9788-46E7-FA66-31104BD47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5419" name="Group 75">
            <a:extLst>
              <a:ext uri="{FF2B5EF4-FFF2-40B4-BE49-F238E27FC236}">
                <a16:creationId xmlns:a16="http://schemas.microsoft.com/office/drawing/2014/main" id="{98946869-7742-61E4-3F8C-9B1284C8C165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61" name="Freeform 46">
            <a:extLst>
              <a:ext uri="{FF2B5EF4-FFF2-40B4-BE49-F238E27FC236}">
                <a16:creationId xmlns:a16="http://schemas.microsoft.com/office/drawing/2014/main" id="{6BC4FC4C-37D5-8402-1226-1E7E4F26AA89}"/>
              </a:ext>
            </a:extLst>
          </p:cNvPr>
          <p:cNvSpPr>
            <a:spLocks/>
          </p:cNvSpPr>
          <p:nvPr/>
        </p:nvSpPr>
        <p:spPr bwMode="auto">
          <a:xfrm flipV="1">
            <a:off x="1995488" y="12922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83" name="Text Box 47">
            <a:extLst>
              <a:ext uri="{FF2B5EF4-FFF2-40B4-BE49-F238E27FC236}">
                <a16:creationId xmlns:a16="http://schemas.microsoft.com/office/drawing/2014/main" id="{A7A71176-68BF-7828-3038-37796966A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55</a:t>
            </a:r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FD1020C3-874F-E0F7-9A5C-AD1A2012B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4864" name="Line 49">
            <a:extLst>
              <a:ext uri="{FF2B5EF4-FFF2-40B4-BE49-F238E27FC236}">
                <a16:creationId xmlns:a16="http://schemas.microsoft.com/office/drawing/2014/main" id="{11CCF7C3-EA7A-1451-1E07-38CF0B059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430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Text Box 50">
            <a:extLst>
              <a:ext uri="{FF2B5EF4-FFF2-40B4-BE49-F238E27FC236}">
                <a16:creationId xmlns:a16="http://schemas.microsoft.com/office/drawing/2014/main" id="{F2F36B4B-C890-00C1-6080-E864FE3F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5421" name="Group 77">
            <a:extLst>
              <a:ext uri="{FF2B5EF4-FFF2-40B4-BE49-F238E27FC236}">
                <a16:creationId xmlns:a16="http://schemas.microsoft.com/office/drawing/2014/main" id="{C4121A15-0645-D46E-1908-A4964B87D4B3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86" name="Line 71">
            <a:extLst>
              <a:ext uri="{FF2B5EF4-FFF2-40B4-BE49-F238E27FC236}">
                <a16:creationId xmlns:a16="http://schemas.microsoft.com/office/drawing/2014/main" id="{6A65E115-57E3-7DB0-3F8C-1186A1430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8975" y="19478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608" name="Rectangle 76">
            <a:extLst>
              <a:ext uri="{FF2B5EF4-FFF2-40B4-BE49-F238E27FC236}">
                <a16:creationId xmlns:a16="http://schemas.microsoft.com/office/drawing/2014/main" id="{9D3C6355-5C17-F03B-8458-4F21630D42AF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9">
            <a:extLst>
              <a:ext uri="{FF2B5EF4-FFF2-40B4-BE49-F238E27FC236}">
                <a16:creationId xmlns:a16="http://schemas.microsoft.com/office/drawing/2014/main" id="{757FBBB8-B6A6-BD96-FF18-76E6EB464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4889" name="Freeform 80">
            <a:extLst>
              <a:ext uri="{FF2B5EF4-FFF2-40B4-BE49-F238E27FC236}">
                <a16:creationId xmlns:a16="http://schemas.microsoft.com/office/drawing/2014/main" id="{4425EC33-A8C8-EF1D-5B4B-71F33EFC37CC}"/>
              </a:ext>
            </a:extLst>
          </p:cNvPr>
          <p:cNvSpPr>
            <a:spLocks/>
          </p:cNvSpPr>
          <p:nvPr/>
        </p:nvSpPr>
        <p:spPr bwMode="auto">
          <a:xfrm flipV="1">
            <a:off x="1343025" y="1809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Text Box 81">
            <a:extLst>
              <a:ext uri="{FF2B5EF4-FFF2-40B4-BE49-F238E27FC236}">
                <a16:creationId xmlns:a16="http://schemas.microsoft.com/office/drawing/2014/main" id="{7CA56AF4-02BF-76BD-2976-AFB52BD10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5426" name="Group 82">
            <a:extLst>
              <a:ext uri="{FF2B5EF4-FFF2-40B4-BE49-F238E27FC236}">
                <a16:creationId xmlns:a16="http://schemas.microsoft.com/office/drawing/2014/main" id="{70D78EBF-DD2D-3E5E-38AF-5EA4D2EA7115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911" name="Rectangle 105">
            <a:extLst>
              <a:ext uri="{FF2B5EF4-FFF2-40B4-BE49-F238E27FC236}">
                <a16:creationId xmlns:a16="http://schemas.microsoft.com/office/drawing/2014/main" id="{82C8E1FD-6494-3347-94EC-E615BCD8A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6670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8462765-0943-FBD1-6172-B9CB2475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5634" name="Slide Number Placeholder 20">
            <a:extLst>
              <a:ext uri="{FF2B5EF4-FFF2-40B4-BE49-F238E27FC236}">
                <a16:creationId xmlns:a16="http://schemas.microsoft.com/office/drawing/2014/main" id="{779752AB-D16D-186D-B740-CCFF916F49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BC3C01-D8D6-45FD-A79F-9AAC9311A62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66260-9A48-0F00-41B0-1A0FE5DEE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863" y="1044575"/>
            <a:ext cx="990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62  &gt;  55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4A4D01-A857-F2E4-B8FC-0E57C23A3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95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58  &gt;  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/>
      <p:bldP spid="3" grpId="0"/>
      <p:bldP spid="34865" grpId="0"/>
      <p:bldP spid="4" grpId="0"/>
      <p:bldP spid="34890" grpId="0"/>
      <p:bldP spid="3491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DBABBB9-1EE7-E620-19B0-AF9E522950B6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C1225F9-EAF5-167A-0D4B-7C3ACF5530F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(Third Pass)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F2A2094A-00F9-3EC5-43C2-342AE719965E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608" name="Text Box 23">
            <a:extLst>
              <a:ext uri="{FF2B5EF4-FFF2-40B4-BE49-F238E27FC236}">
                <a16:creationId xmlns:a16="http://schemas.microsoft.com/office/drawing/2014/main" id="{C62D794F-B5C4-1297-6923-9469E2F3A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2" name="Text Box 24">
            <a:extLst>
              <a:ext uri="{FF2B5EF4-FFF2-40B4-BE49-F238E27FC236}">
                <a16:creationId xmlns:a16="http://schemas.microsoft.com/office/drawing/2014/main" id="{D65BDAB4-0D47-100A-5001-3911CE723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7493" name="Group 101">
            <a:extLst>
              <a:ext uri="{FF2B5EF4-FFF2-40B4-BE49-F238E27FC236}">
                <a16:creationId xmlns:a16="http://schemas.microsoft.com/office/drawing/2014/main" id="{A9BD3025-C0FA-E0F5-9EB5-20EC2D042CB4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09" name="Freeform 45">
            <a:extLst>
              <a:ext uri="{FF2B5EF4-FFF2-40B4-BE49-F238E27FC236}">
                <a16:creationId xmlns:a16="http://schemas.microsoft.com/office/drawing/2014/main" id="{2FABFAE6-B742-84E6-1F71-4344E0277CD6}"/>
              </a:ext>
            </a:extLst>
          </p:cNvPr>
          <p:cNvSpPr>
            <a:spLocks/>
          </p:cNvSpPr>
          <p:nvPr/>
        </p:nvSpPr>
        <p:spPr bwMode="auto">
          <a:xfrm flipV="1">
            <a:off x="2819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31" name="Text Box 46">
            <a:extLst>
              <a:ext uri="{FF2B5EF4-FFF2-40B4-BE49-F238E27FC236}">
                <a16:creationId xmlns:a16="http://schemas.microsoft.com/office/drawing/2014/main" id="{B9ECB036-F595-DCA8-D846-CCB88AFFE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782DF3DB-C474-8395-09DF-49FD9118E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36912" name="Line 48">
            <a:extLst>
              <a:ext uri="{FF2B5EF4-FFF2-40B4-BE49-F238E27FC236}">
                <a16:creationId xmlns:a16="http://schemas.microsoft.com/office/drawing/2014/main" id="{3EBA1F07-6B3F-FADC-0933-5D9570182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3" name="Text Box 49">
            <a:extLst>
              <a:ext uri="{FF2B5EF4-FFF2-40B4-BE49-F238E27FC236}">
                <a16:creationId xmlns:a16="http://schemas.microsoft.com/office/drawing/2014/main" id="{490C3025-D1D7-F4DD-9E3D-56F126318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7495" name="Group 103">
            <a:extLst>
              <a:ext uri="{FF2B5EF4-FFF2-40B4-BE49-F238E27FC236}">
                <a16:creationId xmlns:a16="http://schemas.microsoft.com/office/drawing/2014/main" id="{C322A9C8-F1B0-37D0-2B59-A9BAB8D53CFE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34" name="Line 70">
            <a:extLst>
              <a:ext uri="{FF2B5EF4-FFF2-40B4-BE49-F238E27FC236}">
                <a16:creationId xmlns:a16="http://schemas.microsoft.com/office/drawing/2014/main" id="{69CC733D-0644-51C6-F230-8397E0FC7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81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56" name="Rectangle 71">
            <a:extLst>
              <a:ext uri="{FF2B5EF4-FFF2-40B4-BE49-F238E27FC236}">
                <a16:creationId xmlns:a16="http://schemas.microsoft.com/office/drawing/2014/main" id="{E498B9E3-423E-D50A-2677-E6493BAD09F1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2">
            <a:extLst>
              <a:ext uri="{FF2B5EF4-FFF2-40B4-BE49-F238E27FC236}">
                <a16:creationId xmlns:a16="http://schemas.microsoft.com/office/drawing/2014/main" id="{B2630558-3374-FEC2-55AF-77D4FF0CE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6937" name="Freeform 73">
            <a:extLst>
              <a:ext uri="{FF2B5EF4-FFF2-40B4-BE49-F238E27FC236}">
                <a16:creationId xmlns:a16="http://schemas.microsoft.com/office/drawing/2014/main" id="{BD2BC3D7-2AD6-307F-79C1-CE5477670C03}"/>
              </a:ext>
            </a:extLst>
          </p:cNvPr>
          <p:cNvSpPr>
            <a:spLocks/>
          </p:cNvSpPr>
          <p:nvPr/>
        </p:nvSpPr>
        <p:spPr bwMode="auto">
          <a:xfrm flipV="1">
            <a:off x="216693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8" name="Text Box 74">
            <a:extLst>
              <a:ext uri="{FF2B5EF4-FFF2-40B4-BE49-F238E27FC236}">
                <a16:creationId xmlns:a16="http://schemas.microsoft.com/office/drawing/2014/main" id="{3308743E-5BB1-DCE4-9E33-E1071BE02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7496" name="Group 104">
            <a:extLst>
              <a:ext uri="{FF2B5EF4-FFF2-40B4-BE49-F238E27FC236}">
                <a16:creationId xmlns:a16="http://schemas.microsoft.com/office/drawing/2014/main" id="{301AB3A2-AF17-81AB-AF81-0E3CF3AE0EF4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59" name="Line 95">
            <a:extLst>
              <a:ext uri="{FF2B5EF4-FFF2-40B4-BE49-F238E27FC236}">
                <a16:creationId xmlns:a16="http://schemas.microsoft.com/office/drawing/2014/main" id="{4013A6FA-8A74-3989-FA46-1E0CA9373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5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0" name="Freeform 96">
            <a:extLst>
              <a:ext uri="{FF2B5EF4-FFF2-40B4-BE49-F238E27FC236}">
                <a16:creationId xmlns:a16="http://schemas.microsoft.com/office/drawing/2014/main" id="{27BA0464-9209-FA9A-1CEE-82AC90F0D7BC}"/>
              </a:ext>
            </a:extLst>
          </p:cNvPr>
          <p:cNvSpPr>
            <a:spLocks/>
          </p:cNvSpPr>
          <p:nvPr/>
        </p:nvSpPr>
        <p:spPr bwMode="auto">
          <a:xfrm flipV="1">
            <a:off x="135255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1" name="Rectangle 97">
            <a:extLst>
              <a:ext uri="{FF2B5EF4-FFF2-40B4-BE49-F238E27FC236}">
                <a16:creationId xmlns:a16="http://schemas.microsoft.com/office/drawing/2014/main" id="{E5EE67B1-24E5-365B-1FEF-1755787F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092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36962" name="Rectangle 102">
            <a:extLst>
              <a:ext uri="{FF2B5EF4-FFF2-40B4-BE49-F238E27FC236}">
                <a16:creationId xmlns:a16="http://schemas.microsoft.com/office/drawing/2014/main" id="{A336CDCD-B14D-9F2F-FF97-220E53CE9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6963" name="Text Box 105">
            <a:extLst>
              <a:ext uri="{FF2B5EF4-FFF2-40B4-BE49-F238E27FC236}">
                <a16:creationId xmlns:a16="http://schemas.microsoft.com/office/drawing/2014/main" id="{D626BEFF-03F1-FF9D-DA2B-CDADE548E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7498" name="Group 106">
            <a:extLst>
              <a:ext uri="{FF2B5EF4-FFF2-40B4-BE49-F238E27FC236}">
                <a16:creationId xmlns:a16="http://schemas.microsoft.com/office/drawing/2014/main" id="{6D35A6E7-4831-0E81-3411-6017AB743BB7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72752AD-62F5-BD7F-B5DC-63E15C0F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7706" name="Slide Number Placeholder 25">
            <a:extLst>
              <a:ext uri="{FF2B5EF4-FFF2-40B4-BE49-F238E27FC236}">
                <a16:creationId xmlns:a16="http://schemas.microsoft.com/office/drawing/2014/main" id="{64111F74-3AEE-4F9D-485C-1E0BD4A738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FE6770-D942-4CCE-BCBE-71225EDC7FB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3" grpId="0"/>
      <p:bldP spid="36913" grpId="0"/>
      <p:bldP spid="4" grpId="0"/>
      <p:bldP spid="36938" grpId="0"/>
      <p:bldP spid="36961" grpId="0"/>
      <p:bldP spid="36962" grpId="0"/>
      <p:bldP spid="369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16AD9EF-2CBA-F79C-EE06-630EB0431808}"/>
              </a:ext>
            </a:extLst>
          </p:cNvPr>
          <p:cNvSpPr/>
          <p:nvPr/>
        </p:nvSpPr>
        <p:spPr>
          <a:xfrm>
            <a:off x="3965575" y="5364163"/>
            <a:ext cx="150495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9C005F-C008-2CB6-B996-18A100393577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79CE2702-AE24-FB5B-EB3C-9F84818F6B9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(Fourth Pass)</a:t>
            </a:r>
          </a:p>
        </p:txBody>
      </p:sp>
      <p:graphicFrame>
        <p:nvGraphicFramePr>
          <p:cNvPr id="189443" name="Group 3">
            <a:extLst>
              <a:ext uri="{FF2B5EF4-FFF2-40B4-BE49-F238E27FC236}">
                <a16:creationId xmlns:a16="http://schemas.microsoft.com/office/drawing/2014/main" id="{614EB44F-1FAF-AE38-D01D-296E84EAB039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657" name="Text Box 23">
            <a:extLst>
              <a:ext uri="{FF2B5EF4-FFF2-40B4-BE49-F238E27FC236}">
                <a16:creationId xmlns:a16="http://schemas.microsoft.com/office/drawing/2014/main" id="{77798712-1933-532A-349D-9633E25FF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514F3B18-DFB6-D037-37A0-E8CC5DAC1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89465" name="Group 25">
            <a:extLst>
              <a:ext uri="{FF2B5EF4-FFF2-40B4-BE49-F238E27FC236}">
                <a16:creationId xmlns:a16="http://schemas.microsoft.com/office/drawing/2014/main" id="{C3E49478-0CE1-6AD6-D692-DCFBB4DF921B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33" name="Freeform 45">
            <a:extLst>
              <a:ext uri="{FF2B5EF4-FFF2-40B4-BE49-F238E27FC236}">
                <a16:creationId xmlns:a16="http://schemas.microsoft.com/office/drawing/2014/main" id="{8A2493C8-98D5-4C7D-A2E5-FEB0F229B307}"/>
              </a:ext>
            </a:extLst>
          </p:cNvPr>
          <p:cNvSpPr>
            <a:spLocks/>
          </p:cNvSpPr>
          <p:nvPr/>
        </p:nvSpPr>
        <p:spPr bwMode="auto">
          <a:xfrm flipV="1">
            <a:off x="352425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80" name="Text Box 46">
            <a:extLst>
              <a:ext uri="{FF2B5EF4-FFF2-40B4-BE49-F238E27FC236}">
                <a16:creationId xmlns:a16="http://schemas.microsoft.com/office/drawing/2014/main" id="{1ED1AB82-4621-3583-7887-BAF5A962B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45</a:t>
            </a:r>
          </a:p>
        </p:txBody>
      </p:sp>
      <p:sp>
        <p:nvSpPr>
          <p:cNvPr id="37935" name="Rectangle 47">
            <a:extLst>
              <a:ext uri="{FF2B5EF4-FFF2-40B4-BE49-F238E27FC236}">
                <a16:creationId xmlns:a16="http://schemas.microsoft.com/office/drawing/2014/main" id="{2029FF8D-2FD9-3B8C-5D63-BA5A00655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" name="Line 48">
            <a:extLst>
              <a:ext uri="{FF2B5EF4-FFF2-40B4-BE49-F238E27FC236}">
                <a16:creationId xmlns:a16="http://schemas.microsoft.com/office/drawing/2014/main" id="{49D06FC0-7150-BC10-5BAD-840E6A559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Text Box 49">
            <a:extLst>
              <a:ext uri="{FF2B5EF4-FFF2-40B4-BE49-F238E27FC236}">
                <a16:creationId xmlns:a16="http://schemas.microsoft.com/office/drawing/2014/main" id="{58978815-2909-1DE9-4A3E-E515B565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9563" name="Group 123">
            <a:extLst>
              <a:ext uri="{FF2B5EF4-FFF2-40B4-BE49-F238E27FC236}">
                <a16:creationId xmlns:a16="http://schemas.microsoft.com/office/drawing/2014/main" id="{E656450A-157A-3646-135E-8E56362FBDAE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58" name="Line 70">
            <a:extLst>
              <a:ext uri="{FF2B5EF4-FFF2-40B4-BE49-F238E27FC236}">
                <a16:creationId xmlns:a16="http://schemas.microsoft.com/office/drawing/2014/main" id="{CACB28E0-8766-0484-1E12-ED3622997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5" name="Rectangle 71">
            <a:extLst>
              <a:ext uri="{FF2B5EF4-FFF2-40B4-BE49-F238E27FC236}">
                <a16:creationId xmlns:a16="http://schemas.microsoft.com/office/drawing/2014/main" id="{231A73D5-35F1-5084-2CDD-E75D9CAFA685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 </a:t>
            </a:r>
            <a:r>
              <a:rPr lang="en-US" altLang="en-US" sz="2000">
                <a:latin typeface="Times New Roman" panose="02020603050405020304" pitchFamily="18" charset="0"/>
              </a:rPr>
              <a:t>, 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7960" name="Rectangle 72">
            <a:extLst>
              <a:ext uri="{FF2B5EF4-FFF2-40B4-BE49-F238E27FC236}">
                <a16:creationId xmlns:a16="http://schemas.microsoft.com/office/drawing/2014/main" id="{A89B76B7-4E9E-19A7-2214-85E9E7DA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4" name="Freeform 73">
            <a:extLst>
              <a:ext uri="{FF2B5EF4-FFF2-40B4-BE49-F238E27FC236}">
                <a16:creationId xmlns:a16="http://schemas.microsoft.com/office/drawing/2014/main" id="{A176B87E-BA6E-4989-7857-EA89C472A15E}"/>
              </a:ext>
            </a:extLst>
          </p:cNvPr>
          <p:cNvSpPr>
            <a:spLocks/>
          </p:cNvSpPr>
          <p:nvPr/>
        </p:nvSpPr>
        <p:spPr bwMode="auto">
          <a:xfrm flipV="1">
            <a:off x="287178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2" name="Text Box 74">
            <a:extLst>
              <a:ext uri="{FF2B5EF4-FFF2-40B4-BE49-F238E27FC236}">
                <a16:creationId xmlns:a16="http://schemas.microsoft.com/office/drawing/2014/main" id="{EEFBDAB7-A0F8-0757-9819-82412E17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9566" name="Group 126">
            <a:extLst>
              <a:ext uri="{FF2B5EF4-FFF2-40B4-BE49-F238E27FC236}">
                <a16:creationId xmlns:a16="http://schemas.microsoft.com/office/drawing/2014/main" id="{7CB6DC40-471D-DE77-8A1B-116E7193F446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83" name="Line 95">
            <a:extLst>
              <a:ext uri="{FF2B5EF4-FFF2-40B4-BE49-F238E27FC236}">
                <a16:creationId xmlns:a16="http://schemas.microsoft.com/office/drawing/2014/main" id="{3880617C-F4BE-CAA9-8A88-B47FFEA03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4" name="Freeform 96">
            <a:extLst>
              <a:ext uri="{FF2B5EF4-FFF2-40B4-BE49-F238E27FC236}">
                <a16:creationId xmlns:a16="http://schemas.microsoft.com/office/drawing/2014/main" id="{C29F202E-86F1-11EE-A010-8C7732DB868B}"/>
              </a:ext>
            </a:extLst>
          </p:cNvPr>
          <p:cNvSpPr>
            <a:spLocks/>
          </p:cNvSpPr>
          <p:nvPr/>
        </p:nvSpPr>
        <p:spPr bwMode="auto">
          <a:xfrm flipV="1">
            <a:off x="205740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5" name="Rectangle 97">
            <a:extLst>
              <a:ext uri="{FF2B5EF4-FFF2-40B4-BE49-F238E27FC236}">
                <a16:creationId xmlns:a16="http://schemas.microsoft.com/office/drawing/2014/main" id="{CA957E77-03E8-2FC6-1F85-E7FE7ADDB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16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45;</a:t>
            </a:r>
          </a:p>
        </p:txBody>
      </p:sp>
      <p:sp>
        <p:nvSpPr>
          <p:cNvPr id="37986" name="Rectangle 98">
            <a:extLst>
              <a:ext uri="{FF2B5EF4-FFF2-40B4-BE49-F238E27FC236}">
                <a16:creationId xmlns:a16="http://schemas.microsoft.com/office/drawing/2014/main" id="{E784BCA2-B121-A1A8-B870-FB90E517B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7987" name="Text Box 99">
            <a:extLst>
              <a:ext uri="{FF2B5EF4-FFF2-40B4-BE49-F238E27FC236}">
                <a16:creationId xmlns:a16="http://schemas.microsoft.com/office/drawing/2014/main" id="{8F829E77-D578-F265-6352-9C77AE93F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9568" name="Group 128">
            <a:extLst>
              <a:ext uri="{FF2B5EF4-FFF2-40B4-BE49-F238E27FC236}">
                <a16:creationId xmlns:a16="http://schemas.microsoft.com/office/drawing/2014/main" id="{AC23F2C8-4C95-4A26-491D-F596C2F12240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E3C9640-83EC-F0E5-0393-B9EA1427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9755" name="Slide Number Placeholder 25">
            <a:extLst>
              <a:ext uri="{FF2B5EF4-FFF2-40B4-BE49-F238E27FC236}">
                <a16:creationId xmlns:a16="http://schemas.microsoft.com/office/drawing/2014/main" id="{23E5BEB0-51C6-5A6E-12E7-54D5453958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E19EB2-081F-486A-A3A4-E9214B09795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B6E254-4E24-66AC-7E1F-85A4DF7D3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84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10  &gt;  45</a:t>
            </a: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5D7887B8-B2B9-90FE-5617-97E5CE6487FD}"/>
              </a:ext>
            </a:extLst>
          </p:cNvPr>
          <p:cNvSpPr/>
          <p:nvPr/>
        </p:nvSpPr>
        <p:spPr>
          <a:xfrm>
            <a:off x="4435475" y="4922838"/>
            <a:ext cx="609600" cy="533400"/>
          </a:xfrm>
          <a:prstGeom prst="mathMultiply">
            <a:avLst/>
          </a:prstGeom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 animBg="1"/>
      <p:bldP spid="37912" grpId="0"/>
      <p:bldP spid="37935" grpId="0"/>
      <p:bldP spid="37937" grpId="0"/>
      <p:bldP spid="37960" grpId="0"/>
      <p:bldP spid="37962" grpId="0"/>
      <p:bldP spid="37985" grpId="0"/>
      <p:bldP spid="37986" grpId="0"/>
      <p:bldP spid="37987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D51A0E8-FA1F-32A3-98D5-D6378E1F1B7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(Fifth Pass)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E2C2B09A-0092-B636-1483-422D947078B6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03" name="Text Box 23">
            <a:extLst>
              <a:ext uri="{FF2B5EF4-FFF2-40B4-BE49-F238E27FC236}">
                <a16:creationId xmlns:a16="http://schemas.microsoft.com/office/drawing/2014/main" id="{CC255E75-8F1F-D6F1-67D0-E53C83D7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71704" name="Text Box 24">
            <a:extLst>
              <a:ext uri="{FF2B5EF4-FFF2-40B4-BE49-F238E27FC236}">
                <a16:creationId xmlns:a16="http://schemas.microsoft.com/office/drawing/2014/main" id="{6B3A6B25-6664-C74C-F391-638076115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6C2E0D6C-DADD-AF39-56B1-3606FF704C5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25" name="Freeform 45">
            <a:extLst>
              <a:ext uri="{FF2B5EF4-FFF2-40B4-BE49-F238E27FC236}">
                <a16:creationId xmlns:a16="http://schemas.microsoft.com/office/drawing/2014/main" id="{1006F65E-3FA9-E70E-DD9E-722001742936}"/>
              </a:ext>
            </a:extLst>
          </p:cNvPr>
          <p:cNvSpPr>
            <a:spLocks/>
          </p:cNvSpPr>
          <p:nvPr/>
        </p:nvSpPr>
        <p:spPr bwMode="auto">
          <a:xfrm flipV="1">
            <a:off x="4343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6" name="Text Box 46">
            <a:extLst>
              <a:ext uri="{FF2B5EF4-FFF2-40B4-BE49-F238E27FC236}">
                <a16:creationId xmlns:a16="http://schemas.microsoft.com/office/drawing/2014/main" id="{3D2C9A4B-06CA-B8B7-16A7-4CBCA902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44</a:t>
            </a:r>
          </a:p>
        </p:txBody>
      </p:sp>
      <p:sp>
        <p:nvSpPr>
          <p:cNvPr id="71727" name="Rectangle 47">
            <a:extLst>
              <a:ext uri="{FF2B5EF4-FFF2-40B4-BE49-F238E27FC236}">
                <a16:creationId xmlns:a16="http://schemas.microsoft.com/office/drawing/2014/main" id="{208B664B-552B-9B0E-C65A-0815A1609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71728" name="Line 48">
            <a:extLst>
              <a:ext uri="{FF2B5EF4-FFF2-40B4-BE49-F238E27FC236}">
                <a16:creationId xmlns:a16="http://schemas.microsoft.com/office/drawing/2014/main" id="{CB226DB0-BFDB-7DD2-2BE4-FA95E198E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9" name="Text Box 49">
            <a:extLst>
              <a:ext uri="{FF2B5EF4-FFF2-40B4-BE49-F238E27FC236}">
                <a16:creationId xmlns:a16="http://schemas.microsoft.com/office/drawing/2014/main" id="{C8B09D49-9698-D935-6697-F4401BCBB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1617" name="Group 129">
            <a:extLst>
              <a:ext uri="{FF2B5EF4-FFF2-40B4-BE49-F238E27FC236}">
                <a16:creationId xmlns:a16="http://schemas.microsoft.com/office/drawing/2014/main" id="{081C23FA-CC2D-56B6-94EB-8EB25205F63D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50" name="Line 70">
            <a:extLst>
              <a:ext uri="{FF2B5EF4-FFF2-40B4-BE49-F238E27FC236}">
                <a16:creationId xmlns:a16="http://schemas.microsoft.com/office/drawing/2014/main" id="{2621520E-E1E1-DA2E-92D8-470B82904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1" name="Rectangle 71">
            <a:extLst>
              <a:ext uri="{FF2B5EF4-FFF2-40B4-BE49-F238E27FC236}">
                <a16:creationId xmlns:a16="http://schemas.microsoft.com/office/drawing/2014/main" id="{0547ED0D-302A-856C-49AD-8E55FF326B52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1752" name="Rectangle 72">
            <a:extLst>
              <a:ext uri="{FF2B5EF4-FFF2-40B4-BE49-F238E27FC236}">
                <a16:creationId xmlns:a16="http://schemas.microsoft.com/office/drawing/2014/main" id="{783FE5F5-AAF2-3E2A-309E-F2E85AED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71753" name="Text Box 74">
            <a:extLst>
              <a:ext uri="{FF2B5EF4-FFF2-40B4-BE49-F238E27FC236}">
                <a16:creationId xmlns:a16="http://schemas.microsoft.com/office/drawing/2014/main" id="{053D9998-AD90-2836-B428-AF52CE605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1618" name="Group 130">
            <a:extLst>
              <a:ext uri="{FF2B5EF4-FFF2-40B4-BE49-F238E27FC236}">
                <a16:creationId xmlns:a16="http://schemas.microsoft.com/office/drawing/2014/main" id="{AE0E914D-B367-010C-7426-0DCA14FE4C14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74" name="Line 95">
            <a:extLst>
              <a:ext uri="{FF2B5EF4-FFF2-40B4-BE49-F238E27FC236}">
                <a16:creationId xmlns:a16="http://schemas.microsoft.com/office/drawing/2014/main" id="{7E5D912A-8E2D-98E2-8406-4AD093DFB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5" name="Rectangle 97">
            <a:extLst>
              <a:ext uri="{FF2B5EF4-FFF2-40B4-BE49-F238E27FC236}">
                <a16:creationId xmlns:a16="http://schemas.microsoft.com/office/drawing/2014/main" id="{FA4E6C7F-79DC-E78E-EFC9-A12D8AF3A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052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44;</a:t>
            </a:r>
          </a:p>
        </p:txBody>
      </p:sp>
      <p:sp>
        <p:nvSpPr>
          <p:cNvPr id="71776" name="Rectangle 98">
            <a:extLst>
              <a:ext uri="{FF2B5EF4-FFF2-40B4-BE49-F238E27FC236}">
                <a16:creationId xmlns:a16="http://schemas.microsoft.com/office/drawing/2014/main" id="{2F259AA8-D134-6A8A-2707-52946CA07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71777" name="Text Box 99">
            <a:extLst>
              <a:ext uri="{FF2B5EF4-FFF2-40B4-BE49-F238E27FC236}">
                <a16:creationId xmlns:a16="http://schemas.microsoft.com/office/drawing/2014/main" id="{6E5E982F-AAD3-C0BF-ABF5-7E22C2916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1619" name="Group 131">
            <a:extLst>
              <a:ext uri="{FF2B5EF4-FFF2-40B4-BE49-F238E27FC236}">
                <a16:creationId xmlns:a16="http://schemas.microsoft.com/office/drawing/2014/main" id="{0561DFDE-EE78-2252-D6E5-E669575D11E5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98" name="Freeform 125">
            <a:extLst>
              <a:ext uri="{FF2B5EF4-FFF2-40B4-BE49-F238E27FC236}">
                <a16:creationId xmlns:a16="http://schemas.microsoft.com/office/drawing/2014/main" id="{C05BCC77-D0DD-09B0-2B88-92DDB2D96E46}"/>
              </a:ext>
            </a:extLst>
          </p:cNvPr>
          <p:cNvSpPr>
            <a:spLocks/>
          </p:cNvSpPr>
          <p:nvPr/>
        </p:nvSpPr>
        <p:spPr bwMode="auto">
          <a:xfrm flipV="1">
            <a:off x="35814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9" name="Freeform 126">
            <a:extLst>
              <a:ext uri="{FF2B5EF4-FFF2-40B4-BE49-F238E27FC236}">
                <a16:creationId xmlns:a16="http://schemas.microsoft.com/office/drawing/2014/main" id="{7B343BF0-A17F-79FC-B5D3-8834439D75C8}"/>
              </a:ext>
            </a:extLst>
          </p:cNvPr>
          <p:cNvSpPr>
            <a:spLocks/>
          </p:cNvSpPr>
          <p:nvPr/>
        </p:nvSpPr>
        <p:spPr bwMode="auto">
          <a:xfrm flipV="1">
            <a:off x="28956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0" name="Line 127">
            <a:extLst>
              <a:ext uri="{FF2B5EF4-FFF2-40B4-BE49-F238E27FC236}">
                <a16:creationId xmlns:a16="http://schemas.microsoft.com/office/drawing/2014/main" id="{5DA8977B-0F83-F43A-0181-6C0CCD9D2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1" name="Freeform 128">
            <a:extLst>
              <a:ext uri="{FF2B5EF4-FFF2-40B4-BE49-F238E27FC236}">
                <a16:creationId xmlns:a16="http://schemas.microsoft.com/office/drawing/2014/main" id="{DCE405A0-E080-57C7-3660-8678E786ADC1}"/>
              </a:ext>
            </a:extLst>
          </p:cNvPr>
          <p:cNvSpPr>
            <a:spLocks/>
          </p:cNvSpPr>
          <p:nvPr/>
        </p:nvSpPr>
        <p:spPr bwMode="auto">
          <a:xfrm flipV="1">
            <a:off x="21336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2" name="Rectangle 132">
            <a:extLst>
              <a:ext uri="{FF2B5EF4-FFF2-40B4-BE49-F238E27FC236}">
                <a16:creationId xmlns:a16="http://schemas.microsoft.com/office/drawing/2014/main" id="{55A6839E-2013-6626-CB50-4AE4FAF21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71803" name="Text Box 133">
            <a:extLst>
              <a:ext uri="{FF2B5EF4-FFF2-40B4-BE49-F238E27FC236}">
                <a16:creationId xmlns:a16="http://schemas.microsoft.com/office/drawing/2014/main" id="{FB7B5945-3F72-5B0D-7EBC-FA3B81E1D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1622" name="Group 134">
            <a:extLst>
              <a:ext uri="{FF2B5EF4-FFF2-40B4-BE49-F238E27FC236}">
                <a16:creationId xmlns:a16="http://schemas.microsoft.com/office/drawing/2014/main" id="{6004F6FE-74F3-6877-FC6B-B63F85B6B245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BCB3EA3-15EE-9E22-598B-FB6D88D0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1825" name="Slide Number Placeholder 30">
            <a:extLst>
              <a:ext uri="{FF2B5EF4-FFF2-40B4-BE49-F238E27FC236}">
                <a16:creationId xmlns:a16="http://schemas.microsoft.com/office/drawing/2014/main" id="{D60F87E9-0F78-3D7F-4D25-9622420321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E9901F-23C3-4B94-A1F4-E6C7AC6AF22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F736BFC-7AC9-7AAD-10A7-32A41AF5895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3539" name="Group 3">
            <a:extLst>
              <a:ext uri="{FF2B5EF4-FFF2-40B4-BE49-F238E27FC236}">
                <a16:creationId xmlns:a16="http://schemas.microsoft.com/office/drawing/2014/main" id="{A40E21E1-827D-62B8-EBB7-C84E14B8885B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51" name="Text Box 23">
            <a:extLst>
              <a:ext uri="{FF2B5EF4-FFF2-40B4-BE49-F238E27FC236}">
                <a16:creationId xmlns:a16="http://schemas.microsoft.com/office/drawing/2014/main" id="{A3610B04-1265-F989-ECD6-A88F62CDB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73752" name="Text Box 24">
            <a:extLst>
              <a:ext uri="{FF2B5EF4-FFF2-40B4-BE49-F238E27FC236}">
                <a16:creationId xmlns:a16="http://schemas.microsoft.com/office/drawing/2014/main" id="{372EEA23-9A80-CBA5-EE9E-F1CC8BD2E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graphicFrame>
        <p:nvGraphicFramePr>
          <p:cNvPr id="193702" name="Group 166">
            <a:extLst>
              <a:ext uri="{FF2B5EF4-FFF2-40B4-BE49-F238E27FC236}">
                <a16:creationId xmlns:a16="http://schemas.microsoft.com/office/drawing/2014/main" id="{EA5848FD-243B-A71F-886D-45ECDE655BDD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33463" y="14478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73" name="Freeform 45">
            <a:extLst>
              <a:ext uri="{FF2B5EF4-FFF2-40B4-BE49-F238E27FC236}">
                <a16:creationId xmlns:a16="http://schemas.microsoft.com/office/drawing/2014/main" id="{F7CB52AB-F071-A370-7A1D-4A1F953EF960}"/>
              </a:ext>
            </a:extLst>
          </p:cNvPr>
          <p:cNvSpPr>
            <a:spLocks/>
          </p:cNvSpPr>
          <p:nvPr/>
        </p:nvSpPr>
        <p:spPr bwMode="auto">
          <a:xfrm flipV="1">
            <a:off x="5272088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74" name="Text Box 46">
            <a:extLst>
              <a:ext uri="{FF2B5EF4-FFF2-40B4-BE49-F238E27FC236}">
                <a16:creationId xmlns:a16="http://schemas.microsoft.com/office/drawing/2014/main" id="{C869847C-D023-D0F5-13AC-DF1566A08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117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73775" name="Rectangle 47">
            <a:extLst>
              <a:ext uri="{FF2B5EF4-FFF2-40B4-BE49-F238E27FC236}">
                <a16:creationId xmlns:a16="http://schemas.microsoft.com/office/drawing/2014/main" id="{AA974833-63AC-7313-FAB2-E6C87AF4B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73776" name="Line 48">
            <a:extLst>
              <a:ext uri="{FF2B5EF4-FFF2-40B4-BE49-F238E27FC236}">
                <a16:creationId xmlns:a16="http://schemas.microsoft.com/office/drawing/2014/main" id="{C9E6463D-EC2B-B2B0-A8C3-2EDFA91F0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77" name="Text Box 49">
            <a:extLst>
              <a:ext uri="{FF2B5EF4-FFF2-40B4-BE49-F238E27FC236}">
                <a16:creationId xmlns:a16="http://schemas.microsoft.com/office/drawing/2014/main" id="{8555420A-C81F-8B71-FBA3-AF04482F0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3720" name="Group 184">
            <a:extLst>
              <a:ext uri="{FF2B5EF4-FFF2-40B4-BE49-F238E27FC236}">
                <a16:creationId xmlns:a16="http://schemas.microsoft.com/office/drawing/2014/main" id="{285D81E9-291F-142B-A184-EE6DED4162D7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98" name="Line 70">
            <a:extLst>
              <a:ext uri="{FF2B5EF4-FFF2-40B4-BE49-F238E27FC236}">
                <a16:creationId xmlns:a16="http://schemas.microsoft.com/office/drawing/2014/main" id="{65F37D8F-E3DA-6A6A-036E-B02EB696E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99" name="Rectangle 71">
            <a:extLst>
              <a:ext uri="{FF2B5EF4-FFF2-40B4-BE49-F238E27FC236}">
                <a16:creationId xmlns:a16="http://schemas.microsoft.com/office/drawing/2014/main" id="{E61AC742-C8F4-E6AD-0CAC-4C7BFF9607A1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3800" name="Rectangle 72">
            <a:extLst>
              <a:ext uri="{FF2B5EF4-FFF2-40B4-BE49-F238E27FC236}">
                <a16:creationId xmlns:a16="http://schemas.microsoft.com/office/drawing/2014/main" id="{B9153E61-A2D7-BFA4-068E-5CC09C90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73801" name="Text Box 73">
            <a:extLst>
              <a:ext uri="{FF2B5EF4-FFF2-40B4-BE49-F238E27FC236}">
                <a16:creationId xmlns:a16="http://schemas.microsoft.com/office/drawing/2014/main" id="{6C1378F4-8C8F-99DA-BD80-5ABC551F8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3738" name="Group 202">
            <a:extLst>
              <a:ext uri="{FF2B5EF4-FFF2-40B4-BE49-F238E27FC236}">
                <a16:creationId xmlns:a16="http://schemas.microsoft.com/office/drawing/2014/main" id="{6C026492-5E2A-4026-EC89-84C1C2E3483F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22" name="Line 94">
            <a:extLst>
              <a:ext uri="{FF2B5EF4-FFF2-40B4-BE49-F238E27FC236}">
                <a16:creationId xmlns:a16="http://schemas.microsoft.com/office/drawing/2014/main" id="{6AED189A-208A-9613-FB55-9C2E9F3DB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23" name="Rectangle 95">
            <a:extLst>
              <a:ext uri="{FF2B5EF4-FFF2-40B4-BE49-F238E27FC236}">
                <a16:creationId xmlns:a16="http://schemas.microsoft.com/office/drawing/2014/main" id="{01F602D8-7445-2FAF-5560-821ABBCED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35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6;</a:t>
            </a:r>
          </a:p>
        </p:txBody>
      </p:sp>
      <p:sp>
        <p:nvSpPr>
          <p:cNvPr id="73824" name="Rectangle 96">
            <a:extLst>
              <a:ext uri="{FF2B5EF4-FFF2-40B4-BE49-F238E27FC236}">
                <a16:creationId xmlns:a16="http://schemas.microsoft.com/office/drawing/2014/main" id="{81DE709E-BF7A-7B72-B153-A79EB10CE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73825" name="Text Box 97">
            <a:extLst>
              <a:ext uri="{FF2B5EF4-FFF2-40B4-BE49-F238E27FC236}">
                <a16:creationId xmlns:a16="http://schemas.microsoft.com/office/drawing/2014/main" id="{83F65645-73A4-9C1C-D37A-234287F8C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3739" name="Group 203">
            <a:extLst>
              <a:ext uri="{FF2B5EF4-FFF2-40B4-BE49-F238E27FC236}">
                <a16:creationId xmlns:a16="http://schemas.microsoft.com/office/drawing/2014/main" id="{076DC9A6-7532-3BCD-7D3B-A2A6700DADA4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46" name="Freeform 118">
            <a:extLst>
              <a:ext uri="{FF2B5EF4-FFF2-40B4-BE49-F238E27FC236}">
                <a16:creationId xmlns:a16="http://schemas.microsoft.com/office/drawing/2014/main" id="{99994247-C960-2A10-E46B-C5113EECA3C6}"/>
              </a:ext>
            </a:extLst>
          </p:cNvPr>
          <p:cNvSpPr>
            <a:spLocks/>
          </p:cNvSpPr>
          <p:nvPr/>
        </p:nvSpPr>
        <p:spPr bwMode="auto">
          <a:xfrm flipV="1">
            <a:off x="43053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7" name="Freeform 119">
            <a:extLst>
              <a:ext uri="{FF2B5EF4-FFF2-40B4-BE49-F238E27FC236}">
                <a16:creationId xmlns:a16="http://schemas.microsoft.com/office/drawing/2014/main" id="{5A729D92-0671-0646-4060-9FF53852A6A7}"/>
              </a:ext>
            </a:extLst>
          </p:cNvPr>
          <p:cNvSpPr>
            <a:spLocks/>
          </p:cNvSpPr>
          <p:nvPr/>
        </p:nvSpPr>
        <p:spPr bwMode="auto">
          <a:xfrm flipV="1">
            <a:off x="36195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8" name="Line 120">
            <a:extLst>
              <a:ext uri="{FF2B5EF4-FFF2-40B4-BE49-F238E27FC236}">
                <a16:creationId xmlns:a16="http://schemas.microsoft.com/office/drawing/2014/main" id="{DD778AD7-21B6-E203-2214-634E237B1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9" name="Freeform 121">
            <a:extLst>
              <a:ext uri="{FF2B5EF4-FFF2-40B4-BE49-F238E27FC236}">
                <a16:creationId xmlns:a16="http://schemas.microsoft.com/office/drawing/2014/main" id="{758C5EBD-7EA0-4CFD-9AFC-0E72990E9383}"/>
              </a:ext>
            </a:extLst>
          </p:cNvPr>
          <p:cNvSpPr>
            <a:spLocks/>
          </p:cNvSpPr>
          <p:nvPr/>
        </p:nvSpPr>
        <p:spPr bwMode="auto">
          <a:xfrm flipV="1">
            <a:off x="28575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50" name="Rectangle 122">
            <a:extLst>
              <a:ext uri="{FF2B5EF4-FFF2-40B4-BE49-F238E27FC236}">
                <a16:creationId xmlns:a16="http://schemas.microsoft.com/office/drawing/2014/main" id="{E875118C-8D06-C0C3-692F-6772C502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73851" name="Text Box 123">
            <a:extLst>
              <a:ext uri="{FF2B5EF4-FFF2-40B4-BE49-F238E27FC236}">
                <a16:creationId xmlns:a16="http://schemas.microsoft.com/office/drawing/2014/main" id="{78933620-172C-8B88-40EE-F8FB89407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3790" name="Group 254">
            <a:extLst>
              <a:ext uri="{FF2B5EF4-FFF2-40B4-BE49-F238E27FC236}">
                <a16:creationId xmlns:a16="http://schemas.microsoft.com/office/drawing/2014/main" id="{B65425FE-6D6A-7BB6-FE64-D65F62B19343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72" name="Freeform 204">
            <a:extLst>
              <a:ext uri="{FF2B5EF4-FFF2-40B4-BE49-F238E27FC236}">
                <a16:creationId xmlns:a16="http://schemas.microsoft.com/office/drawing/2014/main" id="{8D5FD952-ECDD-2115-5BF5-602AB08A7169}"/>
              </a:ext>
            </a:extLst>
          </p:cNvPr>
          <p:cNvSpPr>
            <a:spLocks/>
          </p:cNvSpPr>
          <p:nvPr/>
        </p:nvSpPr>
        <p:spPr bwMode="auto">
          <a:xfrm flipV="1">
            <a:off x="2209800" y="30194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73" name="Line 205">
            <a:extLst>
              <a:ext uri="{FF2B5EF4-FFF2-40B4-BE49-F238E27FC236}">
                <a16:creationId xmlns:a16="http://schemas.microsoft.com/office/drawing/2014/main" id="{D9A439C5-3393-D4BC-4CFD-740D26391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74" name="Text Box 206">
            <a:extLst>
              <a:ext uri="{FF2B5EF4-FFF2-40B4-BE49-F238E27FC236}">
                <a16:creationId xmlns:a16="http://schemas.microsoft.com/office/drawing/2014/main" id="{CDD2E1C0-4D47-2A9E-6F58-AB01C3A46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3552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3791" name="Group 255">
            <a:extLst>
              <a:ext uri="{FF2B5EF4-FFF2-40B4-BE49-F238E27FC236}">
                <a16:creationId xmlns:a16="http://schemas.microsoft.com/office/drawing/2014/main" id="{9F543BB2-E162-F8C9-1A9C-3E37D736524A}"/>
              </a:ext>
            </a:extLst>
          </p:cNvPr>
          <p:cNvGraphicFramePr>
            <a:graphicFrameLocks noGrp="1"/>
          </p:cNvGraphicFramePr>
          <p:nvPr/>
        </p:nvGraphicFramePr>
        <p:xfrm>
          <a:off x="1081088" y="3571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95" name="Freeform 227">
            <a:extLst>
              <a:ext uri="{FF2B5EF4-FFF2-40B4-BE49-F238E27FC236}">
                <a16:creationId xmlns:a16="http://schemas.microsoft.com/office/drawing/2014/main" id="{0F3ED8D0-E051-0D5D-6CBA-4E527FD873C7}"/>
              </a:ext>
            </a:extLst>
          </p:cNvPr>
          <p:cNvSpPr>
            <a:spLocks/>
          </p:cNvSpPr>
          <p:nvPr/>
        </p:nvSpPr>
        <p:spPr bwMode="auto">
          <a:xfrm flipV="1">
            <a:off x="1447800" y="34147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96" name="Line 228">
            <a:extLst>
              <a:ext uri="{FF2B5EF4-FFF2-40B4-BE49-F238E27FC236}">
                <a16:creationId xmlns:a16="http://schemas.microsoft.com/office/drawing/2014/main" id="{28AEA2C6-C2CD-3082-07A7-05C526CD0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9568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97" name="Text Box 229">
            <a:extLst>
              <a:ext uri="{FF2B5EF4-FFF2-40B4-BE49-F238E27FC236}">
                <a16:creationId xmlns:a16="http://schemas.microsoft.com/office/drawing/2014/main" id="{987683C4-D41F-BEC3-A6CF-A098AD0E1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33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93792" name="Group 256">
            <a:extLst>
              <a:ext uri="{FF2B5EF4-FFF2-40B4-BE49-F238E27FC236}">
                <a16:creationId xmlns:a16="http://schemas.microsoft.com/office/drawing/2014/main" id="{48A14FD8-83AA-0657-CF58-E4489870C839}"/>
              </a:ext>
            </a:extLst>
          </p:cNvPr>
          <p:cNvGraphicFramePr>
            <a:graphicFrameLocks noGrp="1"/>
          </p:cNvGraphicFramePr>
          <p:nvPr/>
        </p:nvGraphicFramePr>
        <p:xfrm>
          <a:off x="1092200" y="3952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918" name="Rectangle 252">
            <a:extLst>
              <a:ext uri="{FF2B5EF4-FFF2-40B4-BE49-F238E27FC236}">
                <a16:creationId xmlns:a16="http://schemas.microsoft.com/office/drawing/2014/main" id="{0B806BB3-F89C-3339-7102-B0BD6EED6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1384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73919" name="Rectangle 253">
            <a:extLst>
              <a:ext uri="{FF2B5EF4-FFF2-40B4-BE49-F238E27FC236}">
                <a16:creationId xmlns:a16="http://schemas.microsoft.com/office/drawing/2014/main" id="{180539FE-B0D2-3A6A-0AF8-A9E4157AB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5956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DEE2814-8E67-D037-7FC0-DCC19CE2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3921" name="Slide Number Placeholder 40">
            <a:extLst>
              <a:ext uri="{FF2B5EF4-FFF2-40B4-BE49-F238E27FC236}">
                <a16:creationId xmlns:a16="http://schemas.microsoft.com/office/drawing/2014/main" id="{CDE6393A-CA73-D7C9-5A2A-FD946F884E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03B023-8C19-48F3-82AE-9330D7BCBCF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FDFFAB3-BD9D-05A5-A314-0E2596AC24B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5587" name="Group 3">
            <a:extLst>
              <a:ext uri="{FF2B5EF4-FFF2-40B4-BE49-F238E27FC236}">
                <a16:creationId xmlns:a16="http://schemas.microsoft.com/office/drawing/2014/main" id="{E812C5F6-AE7A-8B49-6FA8-BC1BCB7F86F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799" name="Text Box 23">
            <a:extLst>
              <a:ext uri="{FF2B5EF4-FFF2-40B4-BE49-F238E27FC236}">
                <a16:creationId xmlns:a16="http://schemas.microsoft.com/office/drawing/2014/main" id="{C415888E-9842-3676-246A-74145392A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75800" name="Text Box 46">
            <a:extLst>
              <a:ext uri="{FF2B5EF4-FFF2-40B4-BE49-F238E27FC236}">
                <a16:creationId xmlns:a16="http://schemas.microsoft.com/office/drawing/2014/main" id="{77485698-C506-94A1-A8A0-B749EED34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5801" name="Rectangle 47">
            <a:extLst>
              <a:ext uri="{FF2B5EF4-FFF2-40B4-BE49-F238E27FC236}">
                <a16:creationId xmlns:a16="http://schemas.microsoft.com/office/drawing/2014/main" id="{8C91E589-17D9-F610-F398-6FF2168E4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-1]</a:t>
            </a:r>
            <a:r>
              <a:rPr lang="en-US" altLang="en-US" sz="1800" b="1" i="1">
                <a:solidFill>
                  <a:srgbClr val="FF0000"/>
                </a:solidFill>
              </a:rPr>
              <a:t> &gt; temp?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75802" name="Rectangle 71">
            <a:extLst>
              <a:ext uri="{FF2B5EF4-FFF2-40B4-BE49-F238E27FC236}">
                <a16:creationId xmlns:a16="http://schemas.microsoft.com/office/drawing/2014/main" id="{00D58AAE-12F0-DB94-C12B-4483248DCC4C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F0C4B-CCAA-B7F9-6C9A-1D149272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5804" name="Slide Number Placeholder 8">
            <a:extLst>
              <a:ext uri="{FF2B5EF4-FFF2-40B4-BE49-F238E27FC236}">
                <a16:creationId xmlns:a16="http://schemas.microsoft.com/office/drawing/2014/main" id="{17B27B20-2641-2E26-3BBF-91F9D49A4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5E56E8-C6C9-4169-9209-5B0458A821E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35C3AB0-D1C9-8897-D620-640954D8D0D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5587" name="Group 3">
            <a:extLst>
              <a:ext uri="{FF2B5EF4-FFF2-40B4-BE49-F238E27FC236}">
                <a16:creationId xmlns:a16="http://schemas.microsoft.com/office/drawing/2014/main" id="{563B7363-E3E4-69F5-EA10-9666CC8A682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847" name="Text Box 23">
            <a:extLst>
              <a:ext uri="{FF2B5EF4-FFF2-40B4-BE49-F238E27FC236}">
                <a16:creationId xmlns:a16="http://schemas.microsoft.com/office/drawing/2014/main" id="{26047B43-ABD4-CFCA-EA4E-04497F063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77848" name="Text Box 46">
            <a:extLst>
              <a:ext uri="{FF2B5EF4-FFF2-40B4-BE49-F238E27FC236}">
                <a16:creationId xmlns:a16="http://schemas.microsoft.com/office/drawing/2014/main" id="{69C5B2A3-6EB4-C397-6503-B554F95B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7849" name="Rectangle 47">
            <a:extLst>
              <a:ext uri="{FF2B5EF4-FFF2-40B4-BE49-F238E27FC236}">
                <a16:creationId xmlns:a16="http://schemas.microsoft.com/office/drawing/2014/main" id="{4FE90BAE-EE66-2833-990E-B163A14A5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-1]</a:t>
            </a:r>
            <a:r>
              <a:rPr lang="en-US" altLang="en-US" sz="1800" b="1" i="1">
                <a:solidFill>
                  <a:srgbClr val="FF0000"/>
                </a:solidFill>
              </a:rPr>
              <a:t> &gt; temp?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77850" name="Rectangle 71">
            <a:extLst>
              <a:ext uri="{FF2B5EF4-FFF2-40B4-BE49-F238E27FC236}">
                <a16:creationId xmlns:a16="http://schemas.microsoft.com/office/drawing/2014/main" id="{D3154D72-3377-2E31-881C-598CD02ED595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2A154B-623D-E4FF-3BF4-C4E01081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7852" name="Slide Number Placeholder 8">
            <a:extLst>
              <a:ext uri="{FF2B5EF4-FFF2-40B4-BE49-F238E27FC236}">
                <a16:creationId xmlns:a16="http://schemas.microsoft.com/office/drawing/2014/main" id="{5BF888BA-9173-F76B-5408-0B994920FC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D4BDB2-3572-451A-B19B-423F6EE1350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7C40C48-562A-93FD-CBAA-A948A47B01D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Analysis of Insertion Sort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F5A19DB8-D250-0178-985A-8565DD2C29A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14400"/>
            <a:ext cx="7620000" cy="5943600"/>
          </a:xfrm>
        </p:spPr>
        <p:txBody>
          <a:bodyPr/>
          <a:lstStyle/>
          <a:p>
            <a:r>
              <a:rPr lang="en-US" altLang="en-US" sz="2400"/>
              <a:t>Because of the nested loops, each of which can take 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/>
              <a:t> iterations, insertion sort is </a:t>
            </a:r>
            <a:r>
              <a:rPr lang="en-US" altLang="en-US" sz="2400" i="1">
                <a:solidFill>
                  <a:srgbClr val="0000CC"/>
                </a:solidFill>
              </a:rPr>
              <a:t>O</a:t>
            </a:r>
            <a:r>
              <a:rPr lang="en-US" altLang="en-US" sz="2400">
                <a:solidFill>
                  <a:srgbClr val="0000CC"/>
                </a:solidFill>
              </a:rPr>
              <a:t>(</a:t>
            </a:r>
            <a:r>
              <a:rPr lang="en-US" altLang="en-US" sz="2400" i="1">
                <a:solidFill>
                  <a:srgbClr val="0000CC"/>
                </a:solidFill>
              </a:rPr>
              <a:t>n</a:t>
            </a:r>
            <a:r>
              <a:rPr lang="en-US" altLang="en-US" sz="2400" baseline="30000">
                <a:solidFill>
                  <a:srgbClr val="0000CC"/>
                </a:solidFill>
              </a:rPr>
              <a:t>2</a:t>
            </a:r>
            <a:r>
              <a:rPr lang="en-US" altLang="en-US" sz="2400">
                <a:solidFill>
                  <a:srgbClr val="0000CC"/>
                </a:solidFill>
              </a:rPr>
              <a:t>)</a:t>
            </a:r>
            <a:r>
              <a:rPr lang="en-US" altLang="en-US" sz="2400"/>
              <a:t>. </a:t>
            </a:r>
          </a:p>
          <a:p>
            <a:r>
              <a:rPr lang="en-US" altLang="en-US" sz="2400"/>
              <a:t>Furthermore, this bound is tight, because input in reverse order can actually achieve this bound. </a:t>
            </a:r>
          </a:p>
          <a:p>
            <a:r>
              <a:rPr lang="en-US" altLang="en-US" sz="2400"/>
              <a:t>A precise calculation shows that the test at line 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/>
              <a:t> can be executed at most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times for each value of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. Summing over all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gives a total of 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If the input is presorted, the running time is</a:t>
            </a:r>
            <a:r>
              <a:rPr lang="en-US" altLang="en-US" sz="2400">
                <a:solidFill>
                  <a:srgbClr val="0000CC"/>
                </a:solidFill>
              </a:rPr>
              <a:t> </a:t>
            </a:r>
            <a:r>
              <a:rPr lang="en-US" altLang="en-US" sz="2400" b="1" i="1">
                <a:solidFill>
                  <a:srgbClr val="0000CC"/>
                </a:solidFill>
              </a:rPr>
              <a:t>O</a:t>
            </a:r>
            <a:r>
              <a:rPr lang="en-US" altLang="en-US" sz="2400" b="1">
                <a:solidFill>
                  <a:srgbClr val="0000CC"/>
                </a:solidFill>
              </a:rPr>
              <a:t>(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 b="1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sz="2100"/>
              <a:t>because the test in the inner </a:t>
            </a:r>
            <a:r>
              <a:rPr lang="en-US" altLang="en-US" sz="2100" i="1"/>
              <a:t>for</a:t>
            </a:r>
            <a:r>
              <a:rPr lang="en-US" altLang="en-US" sz="2100"/>
              <a:t> loop always fails immediately</a:t>
            </a:r>
          </a:p>
          <a:p>
            <a:r>
              <a:rPr lang="en-US" altLang="en-US" sz="2400"/>
              <a:t>The average running time also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 baseline="30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 sz="2400" b="1">
              <a:solidFill>
                <a:srgbClr val="0000CC"/>
              </a:solidFill>
            </a:endParaRPr>
          </a:p>
          <a:p>
            <a:endParaRPr lang="en-US" altLang="en-US" sz="2400">
              <a:latin typeface="Trebuchet MS" panose="020B0603020202020204" pitchFamily="34" charset="0"/>
            </a:endParaRPr>
          </a:p>
        </p:txBody>
      </p:sp>
      <p:graphicFrame>
        <p:nvGraphicFramePr>
          <p:cNvPr id="79876" name="Object 3">
            <a:extLst>
              <a:ext uri="{FF2B5EF4-FFF2-40B4-BE49-F238E27FC236}">
                <a16:creationId xmlns:a16="http://schemas.microsoft.com/office/drawing/2014/main" id="{FED11F01-3D6E-4A42-8099-234BABB4C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" y="3810000"/>
          <a:ext cx="446405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200" imgH="508000" progId="Equation.3">
                  <p:embed/>
                </p:oleObj>
              </mc:Choice>
              <mc:Fallback>
                <p:oleObj name="Equation" r:id="rId3" imgW="18542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810000"/>
                        <a:ext cx="446405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6591D-AFC9-81AB-B1C3-CE346872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9878" name="Slide Number Placeholder 5">
            <a:extLst>
              <a:ext uri="{FF2B5EF4-FFF2-40B4-BE49-F238E27FC236}">
                <a16:creationId xmlns:a16="http://schemas.microsoft.com/office/drawing/2014/main" id="{BD5D6E13-2B9A-895B-4B7B-9973D0476F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DF57C8-FF2B-4CF6-84AD-995D7F8B994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03117B34-3EBA-E510-AB36-F47B8FB1E43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6229F82-72F4-28E8-EDDD-6A6C96679B74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z="2800"/>
              <a:t>Find the minimum value in the list</a:t>
            </a:r>
          </a:p>
          <a:p>
            <a:r>
              <a:rPr lang="en-US" altLang="en-US" sz="2800"/>
              <a:t>Swap it with the value in the first position</a:t>
            </a:r>
          </a:p>
          <a:p>
            <a:r>
              <a:rPr lang="en-US" altLang="en-US" sz="2800"/>
              <a:t>Repeat the steps above for the remainder of the list (starting at the second position and advancing each time)</a:t>
            </a:r>
            <a:r>
              <a:rPr lang="en-US" altLang="en-US" sz="3600">
                <a:latin typeface="Trebuchet MS" panose="020B0603020202020204" pitchFamily="34" charset="0"/>
              </a:rPr>
              <a:t>	</a:t>
            </a:r>
          </a:p>
          <a:p>
            <a:endParaRPr lang="en-US" altLang="en-US" sz="3600">
              <a:latin typeface="Trebuchet MS" panose="020B0603020202020204" pitchFamily="34" charset="0"/>
            </a:endParaRPr>
          </a:p>
        </p:txBody>
      </p:sp>
      <p:sp>
        <p:nvSpPr>
          <p:cNvPr id="81924" name="TextBox 3">
            <a:extLst>
              <a:ext uri="{FF2B5EF4-FFF2-40B4-BE49-F238E27FC236}">
                <a16:creationId xmlns:a16="http://schemas.microsoft.com/office/drawing/2014/main" id="{6239D567-E80C-05AA-2A61-AB78A9FB1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6248400"/>
            <a:ext cx="446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>
                <a:solidFill>
                  <a:srgbClr val="0000CC"/>
                </a:solidFill>
              </a:rPr>
              <a:t>http://en.wikipedia.org/wiki/Selection_sort</a:t>
            </a:r>
            <a:r>
              <a:rPr lang="en-US" altLang="en-US" sz="180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E61FD-1DD0-2A1E-67F9-EDDB937C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1926" name="Slide Number Placeholder 5">
            <a:extLst>
              <a:ext uri="{FF2B5EF4-FFF2-40B4-BE49-F238E27FC236}">
                <a16:creationId xmlns:a16="http://schemas.microsoft.com/office/drawing/2014/main" id="{59A36904-9098-4E41-CB3E-1853AF27F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F48730-7623-4FF9-8CCC-E8810B03658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80BE9F8-810F-1A91-9C95-8CF84DB2BFA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D2BABE9C-B031-3608-B297-36472BE7A49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8600" y="1066800"/>
            <a:ext cx="4724400" cy="4846638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=0, </a:t>
            </a:r>
            <a:r>
              <a:rPr lang="en-US" altLang="en-US" i="1">
                <a:latin typeface="Times New Roman" panose="02020603050405020304" pitchFamily="18" charset="0"/>
              </a:rPr>
              <a:t>i  </a:t>
            </a:r>
            <a:r>
              <a:rPr lang="en-US" altLang="en-US">
                <a:latin typeface="Times New Roman" panose="02020603050405020304" pitchFamily="18" charset="0"/>
              </a:rPr>
              <a:t>&lt; 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min = i;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    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j </a:t>
            </a:r>
            <a:r>
              <a:rPr lang="en-US" altLang="en-US">
                <a:latin typeface="Times New Roman" panose="02020603050405020304" pitchFamily="18" charset="0"/>
              </a:rPr>
              <a:t>= i+1, </a:t>
            </a:r>
            <a:r>
              <a:rPr lang="en-US" altLang="en-US" i="1">
                <a:latin typeface="Times New Roman" panose="02020603050405020304" pitchFamily="18" charset="0"/>
              </a:rPr>
              <a:t>j &lt; n 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j++</a:t>
            </a:r>
            <a:r>
              <a:rPr lang="en-US" altLang="en-US">
                <a:latin typeface="Times New Roman" panose="02020603050405020304" pitchFamily="18" charset="0"/>
              </a:rPr>
              <a:t>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if (	</a:t>
            </a:r>
            <a:r>
              <a:rPr lang="en-US" altLang="en-US" i="1">
                <a:latin typeface="Times New Roman" panose="02020603050405020304" pitchFamily="18" charset="0"/>
              </a:rPr>
              <a:t> 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&lt;</a:t>
            </a:r>
            <a:r>
              <a:rPr lang="en-US" altLang="en-US" i="1">
                <a:latin typeface="Times New Roman" panose="02020603050405020304" pitchFamily="18" charset="0"/>
              </a:rPr>
              <a:t> A</a:t>
            </a:r>
            <a:r>
              <a:rPr lang="en-US" altLang="en-US">
                <a:latin typeface="Times New Roman" panose="02020603050405020304" pitchFamily="18" charset="0"/>
              </a:rPr>
              <a:t>[min]){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     min = j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   }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if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}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>
                <a:latin typeface="Times New Roman" panose="02020603050405020304" pitchFamily="18" charset="0"/>
              </a:rPr>
              <a:t>swap(i,</a:t>
            </a:r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min)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}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outer for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83972" name="TextBox 3">
            <a:extLst>
              <a:ext uri="{FF2B5EF4-FFF2-40B4-BE49-F238E27FC236}">
                <a16:creationId xmlns:a16="http://schemas.microsoft.com/office/drawing/2014/main" id="{8D3CCA3E-867A-360E-02E6-282A44508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763" y="3352800"/>
            <a:ext cx="3957637" cy="2246313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swap(i, min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A[i];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A[i] = A[min];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A[min]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3667-F2BC-2AD2-54CC-B1B07903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3974" name="Slide Number Placeholder 5">
            <a:extLst>
              <a:ext uri="{FF2B5EF4-FFF2-40B4-BE49-F238E27FC236}">
                <a16:creationId xmlns:a16="http://schemas.microsoft.com/office/drawing/2014/main" id="{F8224BEF-BDF6-C8FE-8F25-367DB2A5B9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447E74-A498-443A-84DA-CC61BF118B1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5" name="Rectangle 3">
            <a:extLst>
              <a:ext uri="{FF2B5EF4-FFF2-40B4-BE49-F238E27FC236}">
                <a16:creationId xmlns:a16="http://schemas.microsoft.com/office/drawing/2014/main" id="{0C2D8B8B-12A6-5337-80A9-53EDD6596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1600200"/>
            <a:ext cx="5867400" cy="4876800"/>
          </a:xfrm>
        </p:spPr>
        <p:txBody>
          <a:bodyPr/>
          <a:lstStyle/>
          <a:p>
            <a:r>
              <a:rPr lang="en-US" altLang="en-US"/>
              <a:t>The Selection Sort might swap an array element with itself--this is harmless.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90EE202-6E10-5CC4-7B86-BDD7B77541EA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1900238"/>
            <a:ext cx="1525587" cy="306387"/>
            <a:chOff x="575" y="1197"/>
            <a:chExt cx="961" cy="193"/>
          </a:xfrm>
        </p:grpSpPr>
        <p:sp>
          <p:nvSpPr>
            <p:cNvPr id="86072" name="AutoShape 5">
              <a:extLst>
                <a:ext uri="{FF2B5EF4-FFF2-40B4-BE49-F238E27FC236}">
                  <a16:creationId xmlns:a16="http://schemas.microsoft.com/office/drawing/2014/main" id="{174BB4DE-0F3A-D2DC-9B4B-1885EDDB9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" y="1197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Trebuchet MS" panose="020B0603020202020204" pitchFamily="34" charset="0"/>
                </a:rPr>
                <a:t>7</a:t>
              </a:r>
              <a:endParaRPr lang="en-US" altLang="en-US" sz="2400">
                <a:solidFill>
                  <a:schemeClr val="tx2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86073" name="AutoShape 6">
              <a:extLst>
                <a:ext uri="{FF2B5EF4-FFF2-40B4-BE49-F238E27FC236}">
                  <a16:creationId xmlns:a16="http://schemas.microsoft.com/office/drawing/2014/main" id="{1666A9B5-FFE8-6428-ECEF-83A170C6A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2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4" name="AutoShape 7">
              <a:extLst>
                <a:ext uri="{FF2B5EF4-FFF2-40B4-BE49-F238E27FC236}">
                  <a16:creationId xmlns:a16="http://schemas.microsoft.com/office/drawing/2014/main" id="{5857401D-6F1B-BE93-439C-B55EC5DF1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8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5" name="AutoShape 8">
              <a:extLst>
                <a:ext uri="{FF2B5EF4-FFF2-40B4-BE49-F238E27FC236}">
                  <a16:creationId xmlns:a16="http://schemas.microsoft.com/office/drawing/2014/main" id="{A18D02EB-9560-A5BC-28FB-45C18656E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5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6" name="AutoShape 9">
              <a:extLst>
                <a:ext uri="{FF2B5EF4-FFF2-40B4-BE49-F238E27FC236}">
                  <a16:creationId xmlns:a16="http://schemas.microsoft.com/office/drawing/2014/main" id="{0B956474-0D3C-FCA2-4751-93F79F95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4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</p:grpSp>
      <p:sp>
        <p:nvSpPr>
          <p:cNvPr id="863242" name="Line 10">
            <a:extLst>
              <a:ext uri="{FF2B5EF4-FFF2-40B4-BE49-F238E27FC236}">
                <a16:creationId xmlns:a16="http://schemas.microsoft.com/office/drawing/2014/main" id="{82EAC896-B4DF-8F9D-2AA3-285963B2CB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68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3" name="Line 11">
            <a:extLst>
              <a:ext uri="{FF2B5EF4-FFF2-40B4-BE49-F238E27FC236}">
                <a16:creationId xmlns:a16="http://schemas.microsoft.com/office/drawing/2014/main" id="{BD43DADE-E038-5CC6-F868-3E79560A0D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4" name="Line 12">
            <a:extLst>
              <a:ext uri="{FF2B5EF4-FFF2-40B4-BE49-F238E27FC236}">
                <a16:creationId xmlns:a16="http://schemas.microsoft.com/office/drawing/2014/main" id="{157845C5-099C-78C5-D28A-B28E407A37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64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5" name="Line 13">
            <a:extLst>
              <a:ext uri="{FF2B5EF4-FFF2-40B4-BE49-F238E27FC236}">
                <a16:creationId xmlns:a16="http://schemas.microsoft.com/office/drawing/2014/main" id="{889ECD77-DA8C-A850-3FC4-DD9A08A866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12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6" name="Line 14">
            <a:extLst>
              <a:ext uri="{FF2B5EF4-FFF2-40B4-BE49-F238E27FC236}">
                <a16:creationId xmlns:a16="http://schemas.microsoft.com/office/drawing/2014/main" id="{B2DDD465-2A47-8072-AA6A-335E93762A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284AD22-BAE7-729D-8A4E-13F93F8B81C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209800"/>
            <a:ext cx="1525588" cy="838200"/>
            <a:chOff x="576" y="1392"/>
            <a:chExt cx="961" cy="528"/>
          </a:xfrm>
        </p:grpSpPr>
        <p:grpSp>
          <p:nvGrpSpPr>
            <p:cNvPr id="86064" name="Group 16">
              <a:extLst>
                <a:ext uri="{FF2B5EF4-FFF2-40B4-BE49-F238E27FC236}">
                  <a16:creationId xmlns:a16="http://schemas.microsoft.com/office/drawing/2014/main" id="{84227903-5619-D7C7-AD05-3C79583896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727"/>
              <a:ext cx="961" cy="193"/>
              <a:chOff x="575" y="1197"/>
              <a:chExt cx="961" cy="193"/>
            </a:xfrm>
          </p:grpSpPr>
          <p:sp>
            <p:nvSpPr>
              <p:cNvPr id="86067" name="AutoShape 17">
                <a:extLst>
                  <a:ext uri="{FF2B5EF4-FFF2-40B4-BE49-F238E27FC236}">
                    <a16:creationId xmlns:a16="http://schemas.microsoft.com/office/drawing/2014/main" id="{91672C8F-6993-3651-E8E3-4A15B41AF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  <a:endParaRPr lang="en-US" altLang="en-US" sz="2400">
                  <a:solidFill>
                    <a:schemeClr val="accent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86068" name="AutoShape 18">
                <a:extLst>
                  <a:ext uri="{FF2B5EF4-FFF2-40B4-BE49-F238E27FC236}">
                    <a16:creationId xmlns:a16="http://schemas.microsoft.com/office/drawing/2014/main" id="{9BE69FF3-8164-38D3-CB80-A28935455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6069" name="AutoShape 19">
                <a:extLst>
                  <a:ext uri="{FF2B5EF4-FFF2-40B4-BE49-F238E27FC236}">
                    <a16:creationId xmlns:a16="http://schemas.microsoft.com/office/drawing/2014/main" id="{3E6835CE-AF29-4D00-EDEB-0FE197F63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8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70" name="AutoShape 20">
                <a:extLst>
                  <a:ext uri="{FF2B5EF4-FFF2-40B4-BE49-F238E27FC236}">
                    <a16:creationId xmlns:a16="http://schemas.microsoft.com/office/drawing/2014/main" id="{D61E095D-E9DF-20CB-DA2D-139198E8A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71" name="AutoShape 21">
                <a:extLst>
                  <a:ext uri="{FF2B5EF4-FFF2-40B4-BE49-F238E27FC236}">
                    <a16:creationId xmlns:a16="http://schemas.microsoft.com/office/drawing/2014/main" id="{CEF8EBAD-61E2-61EB-4B65-5095E726D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4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65" name="Line 22">
              <a:extLst>
                <a:ext uri="{FF2B5EF4-FFF2-40B4-BE49-F238E27FC236}">
                  <a16:creationId xmlns:a16="http://schemas.microsoft.com/office/drawing/2014/main" id="{EED2EEEE-166E-A0A4-80E9-3C79D7D7D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66" name="Line 23">
              <a:extLst>
                <a:ext uri="{FF2B5EF4-FFF2-40B4-BE49-F238E27FC236}">
                  <a16:creationId xmlns:a16="http://schemas.microsoft.com/office/drawing/2014/main" id="{67A10F6F-DB42-DD19-1B3F-CE24BF803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56" name="Line 24">
            <a:extLst>
              <a:ext uri="{FF2B5EF4-FFF2-40B4-BE49-F238E27FC236}">
                <a16:creationId xmlns:a16="http://schemas.microsoft.com/office/drawing/2014/main" id="{10753932-A683-519B-E805-FD6540C99D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31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7" name="Line 25">
            <a:extLst>
              <a:ext uri="{FF2B5EF4-FFF2-40B4-BE49-F238E27FC236}">
                <a16:creationId xmlns:a16="http://schemas.microsoft.com/office/drawing/2014/main" id="{5A78C2DA-1ACF-27B1-1EFE-1539B08ED2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79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8" name="Line 26">
            <a:extLst>
              <a:ext uri="{FF2B5EF4-FFF2-40B4-BE49-F238E27FC236}">
                <a16:creationId xmlns:a16="http://schemas.microsoft.com/office/drawing/2014/main" id="{39A4D4B9-7199-5E67-CB71-1F97D2F815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27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9" name="Line 27">
            <a:extLst>
              <a:ext uri="{FF2B5EF4-FFF2-40B4-BE49-F238E27FC236}">
                <a16:creationId xmlns:a16="http://schemas.microsoft.com/office/drawing/2014/main" id="{D17F81EB-3FE0-BA36-CDFF-FD6BA388B2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75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E462D603-7970-12CD-DF70-F57934EE5AD3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048000"/>
            <a:ext cx="1525588" cy="838200"/>
            <a:chOff x="576" y="1920"/>
            <a:chExt cx="961" cy="528"/>
          </a:xfrm>
        </p:grpSpPr>
        <p:grpSp>
          <p:nvGrpSpPr>
            <p:cNvPr id="86056" name="Group 29">
              <a:extLst>
                <a:ext uri="{FF2B5EF4-FFF2-40B4-BE49-F238E27FC236}">
                  <a16:creationId xmlns:a16="http://schemas.microsoft.com/office/drawing/2014/main" id="{7B7B1A86-B3B5-E26A-1198-107ADAC00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255"/>
              <a:ext cx="961" cy="193"/>
              <a:chOff x="575" y="1197"/>
              <a:chExt cx="961" cy="193"/>
            </a:xfrm>
          </p:grpSpPr>
          <p:sp>
            <p:nvSpPr>
              <p:cNvPr id="86059" name="AutoShape 30">
                <a:extLst>
                  <a:ext uri="{FF2B5EF4-FFF2-40B4-BE49-F238E27FC236}">
                    <a16:creationId xmlns:a16="http://schemas.microsoft.com/office/drawing/2014/main" id="{C17C9D35-EA6A-90EE-AE0D-42554787C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60" name="AutoShape 31">
                <a:extLst>
                  <a:ext uri="{FF2B5EF4-FFF2-40B4-BE49-F238E27FC236}">
                    <a16:creationId xmlns:a16="http://schemas.microsoft.com/office/drawing/2014/main" id="{0EE94336-5165-7B9C-21B7-03C62F746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61" name="AutoShape 32">
                <a:extLst>
                  <a:ext uri="{FF2B5EF4-FFF2-40B4-BE49-F238E27FC236}">
                    <a16:creationId xmlns:a16="http://schemas.microsoft.com/office/drawing/2014/main" id="{CAD858DA-0070-EB57-F587-9B72C4189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6062" name="AutoShape 33">
                <a:extLst>
                  <a:ext uri="{FF2B5EF4-FFF2-40B4-BE49-F238E27FC236}">
                    <a16:creationId xmlns:a16="http://schemas.microsoft.com/office/drawing/2014/main" id="{2455549B-2ED3-D44F-BF60-C6F4CAF24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63" name="AutoShape 34">
                <a:extLst>
                  <a:ext uri="{FF2B5EF4-FFF2-40B4-BE49-F238E27FC236}">
                    <a16:creationId xmlns:a16="http://schemas.microsoft.com/office/drawing/2014/main" id="{D7CCA206-4D61-3E16-0439-713947568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57" name="Line 35">
              <a:extLst>
                <a:ext uri="{FF2B5EF4-FFF2-40B4-BE49-F238E27FC236}">
                  <a16:creationId xmlns:a16="http://schemas.microsoft.com/office/drawing/2014/main" id="{0BF8810F-204B-DD96-F480-EA9AD58313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58" name="Line 36">
              <a:extLst>
                <a:ext uri="{FF2B5EF4-FFF2-40B4-BE49-F238E27FC236}">
                  <a16:creationId xmlns:a16="http://schemas.microsoft.com/office/drawing/2014/main" id="{77A3173E-ACF0-B51B-B627-B2CFC4C63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69" name="Line 37">
            <a:extLst>
              <a:ext uri="{FF2B5EF4-FFF2-40B4-BE49-F238E27FC236}">
                <a16:creationId xmlns:a16="http://schemas.microsoft.com/office/drawing/2014/main" id="{C2CFD807-522E-A5D1-B264-99A5A0D10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0" name="Line 38">
            <a:extLst>
              <a:ext uri="{FF2B5EF4-FFF2-40B4-BE49-F238E27FC236}">
                <a16:creationId xmlns:a16="http://schemas.microsoft.com/office/drawing/2014/main" id="{075A90E8-A785-117F-AD64-93F599E943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1" name="Line 39">
            <a:extLst>
              <a:ext uri="{FF2B5EF4-FFF2-40B4-BE49-F238E27FC236}">
                <a16:creationId xmlns:a16="http://schemas.microsoft.com/office/drawing/2014/main" id="{EE81153D-EB66-B211-2ACB-B16412D1F1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40">
            <a:extLst>
              <a:ext uri="{FF2B5EF4-FFF2-40B4-BE49-F238E27FC236}">
                <a16:creationId xmlns:a16="http://schemas.microsoft.com/office/drawing/2014/main" id="{0ABBDD23-071B-E10D-92B1-F67E9501898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886200"/>
            <a:ext cx="1525588" cy="838200"/>
            <a:chOff x="576" y="2448"/>
            <a:chExt cx="961" cy="528"/>
          </a:xfrm>
        </p:grpSpPr>
        <p:grpSp>
          <p:nvGrpSpPr>
            <p:cNvPr id="86048" name="Group 41">
              <a:extLst>
                <a:ext uri="{FF2B5EF4-FFF2-40B4-BE49-F238E27FC236}">
                  <a16:creationId xmlns:a16="http://schemas.microsoft.com/office/drawing/2014/main" id="{CD19E469-59DE-E9BC-B70E-12EC534881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83"/>
              <a:ext cx="961" cy="193"/>
              <a:chOff x="575" y="1197"/>
              <a:chExt cx="961" cy="193"/>
            </a:xfrm>
          </p:grpSpPr>
          <p:sp>
            <p:nvSpPr>
              <p:cNvPr id="86051" name="AutoShape 42">
                <a:extLst>
                  <a:ext uri="{FF2B5EF4-FFF2-40B4-BE49-F238E27FC236}">
                    <a16:creationId xmlns:a16="http://schemas.microsoft.com/office/drawing/2014/main" id="{CA4EDACF-E661-E343-86F4-947BE39F7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52" name="AutoShape 43">
                <a:extLst>
                  <a:ext uri="{FF2B5EF4-FFF2-40B4-BE49-F238E27FC236}">
                    <a16:creationId xmlns:a16="http://schemas.microsoft.com/office/drawing/2014/main" id="{A7354441-CC05-B9E8-B079-B2E2050F6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53" name="AutoShape 44">
                <a:extLst>
                  <a:ext uri="{FF2B5EF4-FFF2-40B4-BE49-F238E27FC236}">
                    <a16:creationId xmlns:a16="http://schemas.microsoft.com/office/drawing/2014/main" id="{53221E73-2D39-EA9A-4E8A-9C181D0A7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6054" name="AutoShape 45">
                <a:extLst>
                  <a:ext uri="{FF2B5EF4-FFF2-40B4-BE49-F238E27FC236}">
                    <a16:creationId xmlns:a16="http://schemas.microsoft.com/office/drawing/2014/main" id="{5B0524A5-D03E-9A28-D96E-F1106B417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6055" name="AutoShape 46">
                <a:extLst>
                  <a:ext uri="{FF2B5EF4-FFF2-40B4-BE49-F238E27FC236}">
                    <a16:creationId xmlns:a16="http://schemas.microsoft.com/office/drawing/2014/main" id="{ACC05D8D-8269-62FA-1472-51CF274FD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49" name="Line 47">
              <a:extLst>
                <a:ext uri="{FF2B5EF4-FFF2-40B4-BE49-F238E27FC236}">
                  <a16:creationId xmlns:a16="http://schemas.microsoft.com/office/drawing/2014/main" id="{57A6389C-9EB9-2E25-6123-B47798DC47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50" name="Line 48">
              <a:extLst>
                <a:ext uri="{FF2B5EF4-FFF2-40B4-BE49-F238E27FC236}">
                  <a16:creationId xmlns:a16="http://schemas.microsoft.com/office/drawing/2014/main" id="{4A9BD55B-33F6-8FBF-01C0-BA063BB09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49">
            <a:extLst>
              <a:ext uri="{FF2B5EF4-FFF2-40B4-BE49-F238E27FC236}">
                <a16:creationId xmlns:a16="http://schemas.microsoft.com/office/drawing/2014/main" id="{4EE7F93E-E621-BD21-1D53-C6C02CF6F4CA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724400"/>
            <a:ext cx="1525588" cy="838200"/>
            <a:chOff x="576" y="2976"/>
            <a:chExt cx="961" cy="528"/>
          </a:xfrm>
        </p:grpSpPr>
        <p:grpSp>
          <p:nvGrpSpPr>
            <p:cNvPr id="86040" name="Group 50">
              <a:extLst>
                <a:ext uri="{FF2B5EF4-FFF2-40B4-BE49-F238E27FC236}">
                  <a16:creationId xmlns:a16="http://schemas.microsoft.com/office/drawing/2014/main" id="{E2CC99C2-D6D3-AF7B-CE03-31AC4E355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11"/>
              <a:ext cx="961" cy="193"/>
              <a:chOff x="575" y="1197"/>
              <a:chExt cx="961" cy="193"/>
            </a:xfrm>
          </p:grpSpPr>
          <p:sp>
            <p:nvSpPr>
              <p:cNvPr id="86043" name="AutoShape 51">
                <a:extLst>
                  <a:ext uri="{FF2B5EF4-FFF2-40B4-BE49-F238E27FC236}">
                    <a16:creationId xmlns:a16="http://schemas.microsoft.com/office/drawing/2014/main" id="{E40DEC58-3272-BD13-0797-DFD4ECDC6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44" name="AutoShape 52">
                <a:extLst>
                  <a:ext uri="{FF2B5EF4-FFF2-40B4-BE49-F238E27FC236}">
                    <a16:creationId xmlns:a16="http://schemas.microsoft.com/office/drawing/2014/main" id="{44BE78F2-B963-F800-8343-F620CBCC6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45" name="AutoShape 53">
                <a:extLst>
                  <a:ext uri="{FF2B5EF4-FFF2-40B4-BE49-F238E27FC236}">
                    <a16:creationId xmlns:a16="http://schemas.microsoft.com/office/drawing/2014/main" id="{B18773C9-CA4F-CCEA-E529-E71499B98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6046" name="AutoShape 54">
                <a:extLst>
                  <a:ext uri="{FF2B5EF4-FFF2-40B4-BE49-F238E27FC236}">
                    <a16:creationId xmlns:a16="http://schemas.microsoft.com/office/drawing/2014/main" id="{0374D20B-EFEA-D767-AD9B-A55F0DAA0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6047" name="AutoShape 55">
                <a:extLst>
                  <a:ext uri="{FF2B5EF4-FFF2-40B4-BE49-F238E27FC236}">
                    <a16:creationId xmlns:a16="http://schemas.microsoft.com/office/drawing/2014/main" id="{16EE807B-BFEF-79B0-1AFF-FFE9904EB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</p:grpSp>
        <p:sp>
          <p:nvSpPr>
            <p:cNvPr id="86041" name="Line 56">
              <a:extLst>
                <a:ext uri="{FF2B5EF4-FFF2-40B4-BE49-F238E27FC236}">
                  <a16:creationId xmlns:a16="http://schemas.microsoft.com/office/drawing/2014/main" id="{219F3163-D853-FB02-66F2-B380AC8B8D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2" name="Line 57">
              <a:extLst>
                <a:ext uri="{FF2B5EF4-FFF2-40B4-BE49-F238E27FC236}">
                  <a16:creationId xmlns:a16="http://schemas.microsoft.com/office/drawing/2014/main" id="{11EB4F4E-4C29-A37B-288D-E3271E502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90" name="Line 58">
            <a:extLst>
              <a:ext uri="{FF2B5EF4-FFF2-40B4-BE49-F238E27FC236}">
                <a16:creationId xmlns:a16="http://schemas.microsoft.com/office/drawing/2014/main" id="{E2D0D7E9-72D0-0EB0-7A20-3F67D82454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91" name="Line 59">
            <a:extLst>
              <a:ext uri="{FF2B5EF4-FFF2-40B4-BE49-F238E27FC236}">
                <a16:creationId xmlns:a16="http://schemas.microsoft.com/office/drawing/2014/main" id="{EBF247C9-8EA1-789D-FB4A-1A793FDF2E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3C72D533-C306-158D-2633-93C6A83DAB24}"/>
              </a:ext>
            </a:extLst>
          </p:cNvPr>
          <p:cNvSpPr txBox="1">
            <a:spLocks/>
          </p:cNvSpPr>
          <p:nvPr/>
        </p:nvSpPr>
        <p:spPr bwMode="auto">
          <a:xfrm>
            <a:off x="609600" y="473075"/>
            <a:ext cx="7239000" cy="1143000"/>
          </a:xfrm>
          <a:prstGeom prst="rect">
            <a:avLst/>
          </a:prstGeom>
          <a:noFill/>
        </p:spPr>
        <p:txBody>
          <a:bodyPr lIns="45720" tIns="0" rIns="45720" bIns="0" anchor="b">
            <a:normAutofit/>
          </a:bodyPr>
          <a:lstStyle/>
          <a:p>
            <a:pPr>
              <a:defRPr/>
            </a:pPr>
            <a:r>
              <a:rPr lang="en-US" sz="3800" b="1" dirty="0">
                <a:latin typeface="Trebuchet MS" pitchFamily="34" charset="0"/>
                <a:ea typeface="+mj-ea"/>
                <a:cs typeface="+mj-cs"/>
              </a:rPr>
              <a:t>Selection Sort - Example</a:t>
            </a:r>
          </a:p>
        </p:txBody>
      </p:sp>
      <p:sp>
        <p:nvSpPr>
          <p:cNvPr id="62" name="Rectangle 23">
            <a:extLst>
              <a:ext uri="{FF2B5EF4-FFF2-40B4-BE49-F238E27FC236}">
                <a16:creationId xmlns:a16="http://schemas.microsoft.com/office/drawing/2014/main" id="{4B65E5C0-6234-7EA6-3F4E-601971C9048D}"/>
              </a:ext>
            </a:extLst>
          </p:cNvPr>
          <p:cNvSpPr>
            <a:spLocks/>
          </p:cNvSpPr>
          <p:nvPr/>
        </p:nvSpPr>
        <p:spPr bwMode="auto">
          <a:xfrm>
            <a:off x="3200400" y="3429000"/>
            <a:ext cx="49530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3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63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3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63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63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3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3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63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63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63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6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235" grpId="0" build="p" bldLvl="4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FA6D9CD-E713-BB63-76DC-81B58568E6A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6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</a:t>
            </a:r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 Sort Example 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64EC162A-A3B2-EB74-0B0F-7380276EF974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78105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>
            <a:extLst>
              <a:ext uri="{FF2B5EF4-FFF2-40B4-BE49-F238E27FC236}">
                <a16:creationId xmlns:a16="http://schemas.microsoft.com/office/drawing/2014/main" id="{2AE5B7FC-FEAF-D639-4E56-894069EE2238}"/>
              </a:ext>
            </a:extLst>
          </p:cNvPr>
          <p:cNvSpPr>
            <a:spLocks/>
          </p:cNvSpPr>
          <p:nvPr/>
        </p:nvSpPr>
        <p:spPr bwMode="auto">
          <a:xfrm>
            <a:off x="304800" y="4010025"/>
            <a:ext cx="57912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8088" name="Text Box 24">
            <a:extLst>
              <a:ext uri="{FF2B5EF4-FFF2-40B4-BE49-F238E27FC236}">
                <a16:creationId xmlns:a16="http://schemas.microsoft.com/office/drawing/2014/main" id="{C333A1D7-FDFD-6085-25B4-9AF6435D5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88089" name="Text Box 183">
            <a:extLst>
              <a:ext uri="{FF2B5EF4-FFF2-40B4-BE49-F238E27FC236}">
                <a16:creationId xmlns:a16="http://schemas.microsoft.com/office/drawing/2014/main" id="{DFAD0FB2-21CC-59CD-C050-2618231C8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13" y="6858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E5498-6F25-54A3-A8ED-ADBA20C207E1}"/>
              </a:ext>
            </a:extLst>
          </p:cNvPr>
          <p:cNvSpPr/>
          <p:nvPr/>
        </p:nvSpPr>
        <p:spPr>
          <a:xfrm>
            <a:off x="8112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4B9778-FBB8-3291-D424-AA72CC5998C8}"/>
              </a:ext>
            </a:extLst>
          </p:cNvPr>
          <p:cNvSpPr/>
          <p:nvPr/>
        </p:nvSpPr>
        <p:spPr>
          <a:xfrm>
            <a:off x="1547813" y="89217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8C4BA-C394-488F-F474-892EB11B9766}"/>
              </a:ext>
            </a:extLst>
          </p:cNvPr>
          <p:cNvSpPr/>
          <p:nvPr/>
        </p:nvSpPr>
        <p:spPr>
          <a:xfrm>
            <a:off x="22701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58F00E-3822-C904-52EE-FDAC89CEF756}"/>
              </a:ext>
            </a:extLst>
          </p:cNvPr>
          <p:cNvSpPr/>
          <p:nvPr/>
        </p:nvSpPr>
        <p:spPr>
          <a:xfrm>
            <a:off x="30067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54B09F-0416-71F9-7EBD-FF455F7D1EEE}"/>
              </a:ext>
            </a:extLst>
          </p:cNvPr>
          <p:cNvSpPr/>
          <p:nvPr/>
        </p:nvSpPr>
        <p:spPr>
          <a:xfrm>
            <a:off x="37576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DEE0A-6B8C-6285-A2B4-D1E1A5DFACD1}"/>
              </a:ext>
            </a:extLst>
          </p:cNvPr>
          <p:cNvSpPr/>
          <p:nvPr/>
        </p:nvSpPr>
        <p:spPr>
          <a:xfrm>
            <a:off x="4492625" y="89217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97D55-1210-7BEC-766E-B958619BC9A2}"/>
              </a:ext>
            </a:extLst>
          </p:cNvPr>
          <p:cNvSpPr/>
          <p:nvPr/>
        </p:nvSpPr>
        <p:spPr>
          <a:xfrm>
            <a:off x="52165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E4012F-B7AA-A524-9D1E-F7DD7812FE80}"/>
              </a:ext>
            </a:extLst>
          </p:cNvPr>
          <p:cNvSpPr/>
          <p:nvPr/>
        </p:nvSpPr>
        <p:spPr>
          <a:xfrm>
            <a:off x="59531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Text Box 183">
            <a:extLst>
              <a:ext uri="{FF2B5EF4-FFF2-40B4-BE49-F238E27FC236}">
                <a16:creationId xmlns:a16="http://schemas.microsoft.com/office/drawing/2014/main" id="{1A1AE2D6-813D-22B8-1181-0ABB546FA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52538"/>
            <a:ext cx="1246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62</a:t>
            </a:r>
          </a:p>
        </p:txBody>
      </p:sp>
      <p:sp>
        <p:nvSpPr>
          <p:cNvPr id="25" name="Text Box 183">
            <a:extLst>
              <a:ext uri="{FF2B5EF4-FFF2-40B4-BE49-F238E27FC236}">
                <a16:creationId xmlns:a16="http://schemas.microsoft.com/office/drawing/2014/main" id="{45686271-4B21-E2C5-C207-0FCF4249C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26" name="Text Box 183">
            <a:extLst>
              <a:ext uri="{FF2B5EF4-FFF2-40B4-BE49-F238E27FC236}">
                <a16:creationId xmlns:a16="http://schemas.microsoft.com/office/drawing/2014/main" id="{88F80386-5FA1-3AA5-87F3-987F9A08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8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27" name="Text Box 183">
            <a:extLst>
              <a:ext uri="{FF2B5EF4-FFF2-40B4-BE49-F238E27FC236}">
                <a16:creationId xmlns:a16="http://schemas.microsoft.com/office/drawing/2014/main" id="{D25CD67E-89AD-AD48-C732-8F674AEC4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8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8" name="Text Box 183">
            <a:extLst>
              <a:ext uri="{FF2B5EF4-FFF2-40B4-BE49-F238E27FC236}">
                <a16:creationId xmlns:a16="http://schemas.microsoft.com/office/drawing/2014/main" id="{687758F7-9260-8D4D-90B2-18EB9C56D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1252538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9" name="Text Box 183">
            <a:extLst>
              <a:ext uri="{FF2B5EF4-FFF2-40B4-BE49-F238E27FC236}">
                <a16:creationId xmlns:a16="http://schemas.microsoft.com/office/drawing/2014/main" id="{F3281D69-546D-2011-BC5F-429122D0C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0" name="Text Box 183">
            <a:extLst>
              <a:ext uri="{FF2B5EF4-FFF2-40B4-BE49-F238E27FC236}">
                <a16:creationId xmlns:a16="http://schemas.microsoft.com/office/drawing/2014/main" id="{CE84AAE2-6FFE-0C5E-D187-C84062784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sp>
        <p:nvSpPr>
          <p:cNvPr id="31" name="Text Box 183">
            <a:extLst>
              <a:ext uri="{FF2B5EF4-FFF2-40B4-BE49-F238E27FC236}">
                <a16:creationId xmlns:a16="http://schemas.microsoft.com/office/drawing/2014/main" id="{F9ADD9BF-48CB-E804-9895-44EA1BF49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graphicFrame>
        <p:nvGraphicFramePr>
          <p:cNvPr id="32" name="Group 3">
            <a:extLst>
              <a:ext uri="{FF2B5EF4-FFF2-40B4-BE49-F238E27FC236}">
                <a16:creationId xmlns:a16="http://schemas.microsoft.com/office/drawing/2014/main" id="{C04ACA59-366E-8A4C-C030-0F5AC24970B8}"/>
              </a:ext>
            </a:extLst>
          </p:cNvPr>
          <p:cNvGraphicFramePr>
            <a:graphicFrameLocks/>
          </p:cNvGraphicFramePr>
          <p:nvPr/>
        </p:nvGraphicFramePr>
        <p:xfrm>
          <a:off x="762000" y="16430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126" name="Text Box 24">
            <a:extLst>
              <a:ext uri="{FF2B5EF4-FFF2-40B4-BE49-F238E27FC236}">
                <a16:creationId xmlns:a16="http://schemas.microsoft.com/office/drawing/2014/main" id="{2B501566-7326-8EEA-DF9B-B86BDAC01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643063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88127" name="Text Box 183">
            <a:extLst>
              <a:ext uri="{FF2B5EF4-FFF2-40B4-BE49-F238E27FC236}">
                <a16:creationId xmlns:a16="http://schemas.microsoft.com/office/drawing/2014/main" id="{ACE450C2-C849-A93C-9628-626735041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14986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7A5F88-BFF9-4A8B-F095-8EFE8E027B7A}"/>
              </a:ext>
            </a:extLst>
          </p:cNvPr>
          <p:cNvSpPr/>
          <p:nvPr/>
        </p:nvSpPr>
        <p:spPr>
          <a:xfrm>
            <a:off x="15557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54CC1F-16B7-A1C3-CBF8-5AEAF68E9F25}"/>
              </a:ext>
            </a:extLst>
          </p:cNvPr>
          <p:cNvSpPr/>
          <p:nvPr/>
        </p:nvSpPr>
        <p:spPr>
          <a:xfrm>
            <a:off x="22796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AB8B5C-1A10-F66B-67B5-18A2D7339796}"/>
              </a:ext>
            </a:extLst>
          </p:cNvPr>
          <p:cNvSpPr/>
          <p:nvPr/>
        </p:nvSpPr>
        <p:spPr>
          <a:xfrm>
            <a:off x="3014663" y="16684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43FC0A-2FB6-5110-BE1F-64BE7352B08B}"/>
              </a:ext>
            </a:extLst>
          </p:cNvPr>
          <p:cNvSpPr/>
          <p:nvPr/>
        </p:nvSpPr>
        <p:spPr>
          <a:xfrm>
            <a:off x="37655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FA9720-8D28-7361-1EBA-A3EA6108E8FA}"/>
              </a:ext>
            </a:extLst>
          </p:cNvPr>
          <p:cNvSpPr/>
          <p:nvPr/>
        </p:nvSpPr>
        <p:spPr>
          <a:xfrm>
            <a:off x="45021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CD9DE2-C2FF-923F-AAD7-9D69F44A6EC4}"/>
              </a:ext>
            </a:extLst>
          </p:cNvPr>
          <p:cNvSpPr/>
          <p:nvPr/>
        </p:nvSpPr>
        <p:spPr>
          <a:xfrm>
            <a:off x="5224463" y="16764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289059-E0C5-FD12-9024-42A44EC39125}"/>
              </a:ext>
            </a:extLst>
          </p:cNvPr>
          <p:cNvSpPr/>
          <p:nvPr/>
        </p:nvSpPr>
        <p:spPr>
          <a:xfrm>
            <a:off x="5961063" y="16684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4" name="Text Box 183">
            <a:extLst>
              <a:ext uri="{FF2B5EF4-FFF2-40B4-BE49-F238E27FC236}">
                <a16:creationId xmlns:a16="http://schemas.microsoft.com/office/drawing/2014/main" id="{25EC7FE1-C8FD-9BBF-DC82-AF0E71E36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45" name="Text Box 183">
            <a:extLst>
              <a:ext uri="{FF2B5EF4-FFF2-40B4-BE49-F238E27FC236}">
                <a16:creationId xmlns:a16="http://schemas.microsoft.com/office/drawing/2014/main" id="{7142094B-12C3-FC82-D054-5871E8D5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46" name="Text Box 183">
            <a:extLst>
              <a:ext uri="{FF2B5EF4-FFF2-40B4-BE49-F238E27FC236}">
                <a16:creationId xmlns:a16="http://schemas.microsoft.com/office/drawing/2014/main" id="{E8C8F87E-DDEC-0D4B-1B2B-89209E4A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7" name="Text Box 183">
            <a:extLst>
              <a:ext uri="{FF2B5EF4-FFF2-40B4-BE49-F238E27FC236}">
                <a16:creationId xmlns:a16="http://schemas.microsoft.com/office/drawing/2014/main" id="{59E0411B-E563-784B-64A9-282152641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8" name="Text Box 183">
            <a:extLst>
              <a:ext uri="{FF2B5EF4-FFF2-40B4-BE49-F238E27FC236}">
                <a16:creationId xmlns:a16="http://schemas.microsoft.com/office/drawing/2014/main" id="{8B3B321C-C58F-CCAF-5579-0D4AB946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9" name="Text Box 183">
            <a:extLst>
              <a:ext uri="{FF2B5EF4-FFF2-40B4-BE49-F238E27FC236}">
                <a16:creationId xmlns:a16="http://schemas.microsoft.com/office/drawing/2014/main" id="{201B4AE1-094B-FFCA-F097-733526FCF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50" name="Text Box 183">
            <a:extLst>
              <a:ext uri="{FF2B5EF4-FFF2-40B4-BE49-F238E27FC236}">
                <a16:creationId xmlns:a16="http://schemas.microsoft.com/office/drawing/2014/main" id="{A6CD0F9C-DC26-D63A-390C-F8DA42532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EB7F889-C97B-291E-EC8D-B7AF688CDE09}"/>
              </a:ext>
            </a:extLst>
          </p:cNvPr>
          <p:cNvCxnSpPr/>
          <p:nvPr/>
        </p:nvCxnSpPr>
        <p:spPr>
          <a:xfrm rot="10800000" flipV="1">
            <a:off x="1166813" y="1219200"/>
            <a:ext cx="430053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C35490-A39C-7713-53A2-9FABD2569BF9}"/>
              </a:ext>
            </a:extLst>
          </p:cNvPr>
          <p:cNvCxnSpPr>
            <a:endCxn id="41" idx="0"/>
          </p:cNvCxnSpPr>
          <p:nvPr/>
        </p:nvCxnSpPr>
        <p:spPr>
          <a:xfrm rot="16200000" flipH="1">
            <a:off x="3177382" y="-718344"/>
            <a:ext cx="423862" cy="4365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Group 3">
            <a:extLst>
              <a:ext uri="{FF2B5EF4-FFF2-40B4-BE49-F238E27FC236}">
                <a16:creationId xmlns:a16="http://schemas.microsoft.com/office/drawing/2014/main" id="{DAE2CC61-B872-EC71-7EC2-41442EC2F3F9}"/>
              </a:ext>
            </a:extLst>
          </p:cNvPr>
          <p:cNvGraphicFramePr>
            <a:graphicFrameLocks/>
          </p:cNvGraphicFramePr>
          <p:nvPr/>
        </p:nvGraphicFramePr>
        <p:xfrm>
          <a:off x="777875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164" name="Text Box 24">
            <a:extLst>
              <a:ext uri="{FF2B5EF4-FFF2-40B4-BE49-F238E27FC236}">
                <a16:creationId xmlns:a16="http://schemas.microsoft.com/office/drawing/2014/main" id="{4F31CE8F-D7C3-1FFF-65F2-2581D20A2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88165" name="Text Box 183">
            <a:extLst>
              <a:ext uri="{FF2B5EF4-FFF2-40B4-BE49-F238E27FC236}">
                <a16:creationId xmlns:a16="http://schemas.microsoft.com/office/drawing/2014/main" id="{85EEACBB-F461-AF77-44E0-D56F1CB2C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2860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2BA052-E66C-C6C4-3A63-673193ABB286}"/>
              </a:ext>
            </a:extLst>
          </p:cNvPr>
          <p:cNvSpPr/>
          <p:nvPr/>
        </p:nvSpPr>
        <p:spPr>
          <a:xfrm>
            <a:off x="23098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8A02DC-9326-DE13-A8EA-DC42F46E4FF3}"/>
              </a:ext>
            </a:extLst>
          </p:cNvPr>
          <p:cNvSpPr/>
          <p:nvPr/>
        </p:nvSpPr>
        <p:spPr>
          <a:xfrm>
            <a:off x="3044825" y="24558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50900D-DB02-3017-F94A-A188A2B5321A}"/>
              </a:ext>
            </a:extLst>
          </p:cNvPr>
          <p:cNvSpPr/>
          <p:nvPr/>
        </p:nvSpPr>
        <p:spPr>
          <a:xfrm>
            <a:off x="37957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37727D2-8806-081B-5A26-61C80BB56897}"/>
              </a:ext>
            </a:extLst>
          </p:cNvPr>
          <p:cNvSpPr/>
          <p:nvPr/>
        </p:nvSpPr>
        <p:spPr>
          <a:xfrm>
            <a:off x="453231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168AAF4-9AAC-AE8D-3798-370D7740D596}"/>
              </a:ext>
            </a:extLst>
          </p:cNvPr>
          <p:cNvSpPr/>
          <p:nvPr/>
        </p:nvSpPr>
        <p:spPr>
          <a:xfrm>
            <a:off x="5254625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5E2D6C1-065B-E096-1951-253E44E15139}"/>
              </a:ext>
            </a:extLst>
          </p:cNvPr>
          <p:cNvSpPr/>
          <p:nvPr/>
        </p:nvSpPr>
        <p:spPr>
          <a:xfrm>
            <a:off x="5991225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" name="Text Box 183">
            <a:extLst>
              <a:ext uri="{FF2B5EF4-FFF2-40B4-BE49-F238E27FC236}">
                <a16:creationId xmlns:a16="http://schemas.microsoft.com/office/drawing/2014/main" id="{C6667205-4EE9-35F8-7263-22746CEF1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68" name="Text Box 183">
            <a:extLst>
              <a:ext uri="{FF2B5EF4-FFF2-40B4-BE49-F238E27FC236}">
                <a16:creationId xmlns:a16="http://schemas.microsoft.com/office/drawing/2014/main" id="{ABDB7EBA-D3F9-077C-3932-C453BF0E0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69" name="Text Box 183">
            <a:extLst>
              <a:ext uri="{FF2B5EF4-FFF2-40B4-BE49-F238E27FC236}">
                <a16:creationId xmlns:a16="http://schemas.microsoft.com/office/drawing/2014/main" id="{E6595391-5396-D466-9873-DCF9DEE26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0" name="Text Box 183">
            <a:extLst>
              <a:ext uri="{FF2B5EF4-FFF2-40B4-BE49-F238E27FC236}">
                <a16:creationId xmlns:a16="http://schemas.microsoft.com/office/drawing/2014/main" id="{C7A2588C-C4A0-BB33-1385-AC8B8B8BA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1" name="Text Box 183">
            <a:extLst>
              <a:ext uri="{FF2B5EF4-FFF2-40B4-BE49-F238E27FC236}">
                <a16:creationId xmlns:a16="http://schemas.microsoft.com/office/drawing/2014/main" id="{10879DDB-285F-2750-E863-E6FB4509F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2" name="Text Box 183">
            <a:extLst>
              <a:ext uri="{FF2B5EF4-FFF2-40B4-BE49-F238E27FC236}">
                <a16:creationId xmlns:a16="http://schemas.microsoft.com/office/drawing/2014/main" id="{4CE5D555-E3E9-B690-68FF-89CB08B33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B42A26C-A13B-334A-FEF3-73A8DB5B5C76}"/>
              </a:ext>
            </a:extLst>
          </p:cNvPr>
          <p:cNvCxnSpPr>
            <a:stCxn id="46" idx="0"/>
          </p:cNvCxnSpPr>
          <p:nvPr/>
        </p:nvCxnSpPr>
        <p:spPr>
          <a:xfrm rot="16200000" flipH="1" flipV="1">
            <a:off x="2489994" y="1356519"/>
            <a:ext cx="415925" cy="174783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4328E8-8D48-E0D9-7474-B5CD8E23D2FF}"/>
              </a:ext>
            </a:extLst>
          </p:cNvPr>
          <p:cNvCxnSpPr>
            <a:endCxn id="61" idx="0"/>
          </p:cNvCxnSpPr>
          <p:nvPr/>
        </p:nvCxnSpPr>
        <p:spPr>
          <a:xfrm>
            <a:off x="1863725" y="2014538"/>
            <a:ext cx="1528763" cy="4413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7736DBC-CD8E-8FE7-1AC5-CC0397FEBFA5}"/>
              </a:ext>
            </a:extLst>
          </p:cNvPr>
          <p:cNvCxnSpPr/>
          <p:nvPr/>
        </p:nvCxnSpPr>
        <p:spPr>
          <a:xfrm rot="10800000" flipV="1">
            <a:off x="2619375" y="2819400"/>
            <a:ext cx="2162175" cy="42227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Group 3">
            <a:extLst>
              <a:ext uri="{FF2B5EF4-FFF2-40B4-BE49-F238E27FC236}">
                <a16:creationId xmlns:a16="http://schemas.microsoft.com/office/drawing/2014/main" id="{BC2AB259-1966-8112-52B5-C16B9EFD8E6F}"/>
              </a:ext>
            </a:extLst>
          </p:cNvPr>
          <p:cNvGraphicFramePr>
            <a:graphicFrameLocks/>
          </p:cNvGraphicFramePr>
          <p:nvPr/>
        </p:nvGraphicFramePr>
        <p:xfrm>
          <a:off x="815975" y="32607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201" name="Text Box 24">
            <a:extLst>
              <a:ext uri="{FF2B5EF4-FFF2-40B4-BE49-F238E27FC236}">
                <a16:creationId xmlns:a16="http://schemas.microsoft.com/office/drawing/2014/main" id="{07904174-9571-9163-DC80-9CE31E68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3260725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88202" name="Text Box 183">
            <a:extLst>
              <a:ext uri="{FF2B5EF4-FFF2-40B4-BE49-F238E27FC236}">
                <a16:creationId xmlns:a16="http://schemas.microsoft.com/office/drawing/2014/main" id="{9D009ADA-1C88-336F-515C-9F46A7F88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3124200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D871FA-1750-F4EB-42EE-EC499846D383}"/>
              </a:ext>
            </a:extLst>
          </p:cNvPr>
          <p:cNvSpPr/>
          <p:nvPr/>
        </p:nvSpPr>
        <p:spPr>
          <a:xfrm>
            <a:off x="3068638" y="328612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11A782C-C96D-F2E3-C7C5-8EF92C1C56AC}"/>
              </a:ext>
            </a:extLst>
          </p:cNvPr>
          <p:cNvSpPr/>
          <p:nvPr/>
        </p:nvSpPr>
        <p:spPr>
          <a:xfrm>
            <a:off x="3819525" y="32940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73EC415-5574-EB5F-C704-7FC1F41409C0}"/>
              </a:ext>
            </a:extLst>
          </p:cNvPr>
          <p:cNvSpPr/>
          <p:nvPr/>
        </p:nvSpPr>
        <p:spPr>
          <a:xfrm>
            <a:off x="4556125" y="328612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DB3B1FD-0D2F-41EE-68A6-9D3B712C0AA0}"/>
              </a:ext>
            </a:extLst>
          </p:cNvPr>
          <p:cNvSpPr/>
          <p:nvPr/>
        </p:nvSpPr>
        <p:spPr>
          <a:xfrm>
            <a:off x="5278438" y="32940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57F64D9-8179-8415-BF62-D5486018A62A}"/>
              </a:ext>
            </a:extLst>
          </p:cNvPr>
          <p:cNvSpPr/>
          <p:nvPr/>
        </p:nvSpPr>
        <p:spPr>
          <a:xfrm>
            <a:off x="6015038" y="328612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3" name="Text Box 183">
            <a:extLst>
              <a:ext uri="{FF2B5EF4-FFF2-40B4-BE49-F238E27FC236}">
                <a16:creationId xmlns:a16="http://schemas.microsoft.com/office/drawing/2014/main" id="{29F081FC-EF18-3166-5EFE-2871D88B1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7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94" name="Text Box 183">
            <a:extLst>
              <a:ext uri="{FF2B5EF4-FFF2-40B4-BE49-F238E27FC236}">
                <a16:creationId xmlns:a16="http://schemas.microsoft.com/office/drawing/2014/main" id="{5934B69B-459B-0223-2E59-AA879BD0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5" name="Text Box 183">
            <a:extLst>
              <a:ext uri="{FF2B5EF4-FFF2-40B4-BE49-F238E27FC236}">
                <a16:creationId xmlns:a16="http://schemas.microsoft.com/office/drawing/2014/main" id="{31593AAB-5A3F-3550-7149-9F9F6A670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6" name="Text Box 183">
            <a:extLst>
              <a:ext uri="{FF2B5EF4-FFF2-40B4-BE49-F238E27FC236}">
                <a16:creationId xmlns:a16="http://schemas.microsoft.com/office/drawing/2014/main" id="{FE498254-BA0E-DAC4-7668-98811B6B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7" name="Text Box 183">
            <a:extLst>
              <a:ext uri="{FF2B5EF4-FFF2-40B4-BE49-F238E27FC236}">
                <a16:creationId xmlns:a16="http://schemas.microsoft.com/office/drawing/2014/main" id="{5E6FC3F4-07AC-B2D2-8965-AE0EBA690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23FC584-F779-4389-089F-DDF3FD202CD7}"/>
              </a:ext>
            </a:extLst>
          </p:cNvPr>
          <p:cNvSpPr/>
          <p:nvPr/>
        </p:nvSpPr>
        <p:spPr>
          <a:xfrm>
            <a:off x="803275" y="91281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3D9C340-4573-720B-F317-7A17D3D49A34}"/>
              </a:ext>
            </a:extLst>
          </p:cNvPr>
          <p:cNvSpPr/>
          <p:nvPr/>
        </p:nvSpPr>
        <p:spPr>
          <a:xfrm>
            <a:off x="1560513" y="17002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6AD43F2-6DEF-333A-779B-D3E539A8C43F}"/>
              </a:ext>
            </a:extLst>
          </p:cNvPr>
          <p:cNvSpPr/>
          <p:nvPr/>
        </p:nvSpPr>
        <p:spPr>
          <a:xfrm>
            <a:off x="2306638" y="247650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36CCC4F-3E52-02BD-0633-5F55FFDEF625}"/>
              </a:ext>
            </a:extLst>
          </p:cNvPr>
          <p:cNvSpPr/>
          <p:nvPr/>
        </p:nvSpPr>
        <p:spPr>
          <a:xfrm>
            <a:off x="3071813" y="32940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FB7B5D0-F725-23EA-5242-4643532C1272}"/>
              </a:ext>
            </a:extLst>
          </p:cNvPr>
          <p:cNvSpPr/>
          <p:nvPr/>
        </p:nvSpPr>
        <p:spPr>
          <a:xfrm>
            <a:off x="5230813" y="912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CBB9C0-251C-6438-10D0-B3F5694F5676}"/>
              </a:ext>
            </a:extLst>
          </p:cNvPr>
          <p:cNvSpPr/>
          <p:nvPr/>
        </p:nvSpPr>
        <p:spPr>
          <a:xfrm>
            <a:off x="3021013" y="1674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BE59EAE-86B0-073F-3FC6-3A7A6CB940C6}"/>
              </a:ext>
            </a:extLst>
          </p:cNvPr>
          <p:cNvSpPr/>
          <p:nvPr/>
        </p:nvSpPr>
        <p:spPr>
          <a:xfrm>
            <a:off x="4545013" y="24701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BB8599C-9329-55E6-A647-0543C317CE78}"/>
              </a:ext>
            </a:extLst>
          </p:cNvPr>
          <p:cNvSpPr/>
          <p:nvPr/>
        </p:nvSpPr>
        <p:spPr>
          <a:xfrm>
            <a:off x="3819525" y="32940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FC8BD72-9D24-2395-9BE5-27A379272A69}"/>
              </a:ext>
            </a:extLst>
          </p:cNvPr>
          <p:cNvCxnSpPr/>
          <p:nvPr/>
        </p:nvCxnSpPr>
        <p:spPr>
          <a:xfrm>
            <a:off x="2659063" y="2819400"/>
            <a:ext cx="212248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ooter Placeholder 81">
            <a:extLst>
              <a:ext uri="{FF2B5EF4-FFF2-40B4-BE49-F238E27FC236}">
                <a16:creationId xmlns:a16="http://schemas.microsoft.com/office/drawing/2014/main" id="{6A4368DC-E26F-1D7A-7729-0EEA01A93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8223" name="Slide Number Placeholder 83">
            <a:extLst>
              <a:ext uri="{FF2B5EF4-FFF2-40B4-BE49-F238E27FC236}">
                <a16:creationId xmlns:a16="http://schemas.microsoft.com/office/drawing/2014/main" id="{E41A1E87-02CE-D135-8124-B7366DB966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79DF8F-7305-4568-8686-F184D4CD053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8224" name="Text Box 183">
            <a:extLst>
              <a:ext uri="{FF2B5EF4-FFF2-40B4-BE49-F238E27FC236}">
                <a16:creationId xmlns:a16="http://schemas.microsoft.com/office/drawing/2014/main" id="{0740C96F-7066-9711-3C5C-8DC15A7E5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1001713"/>
            <a:ext cx="1306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88225" name="Text Box 183">
            <a:extLst>
              <a:ext uri="{FF2B5EF4-FFF2-40B4-BE49-F238E27FC236}">
                <a16:creationId xmlns:a16="http://schemas.microsoft.com/office/drawing/2014/main" id="{1994F00D-A7CA-5C75-250C-C8D7DC281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1763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88226" name="Text Box 183">
            <a:extLst>
              <a:ext uri="{FF2B5EF4-FFF2-40B4-BE49-F238E27FC236}">
                <a16:creationId xmlns:a16="http://schemas.microsoft.com/office/drawing/2014/main" id="{36E908AC-F0F0-F3CB-B0AE-1CFB24A1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2525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88227" name="Text Box 183">
            <a:extLst>
              <a:ext uri="{FF2B5EF4-FFF2-40B4-BE49-F238E27FC236}">
                <a16:creationId xmlns:a16="http://schemas.microsoft.com/office/drawing/2014/main" id="{8FBD155F-FF06-6532-DBB4-0026DF9D3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371850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Par">
                      <p:stCondLst>
                        <p:cond delay="indefinite"/>
                      </p:stCondLst>
                      <p:childTnLst>
                        <p:par>
                          <p:cTn id="4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 nodeType="clickPar">
                      <p:stCondLst>
                        <p:cond delay="indefinite"/>
                      </p:stCondLst>
                      <p:childTnLst>
                        <p:par>
                          <p:cTn id="4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BFF9A6D1-02AB-295C-5873-B7BB76715FA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6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Selection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Sort Example - continued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5D575574-F184-8AA3-C74F-E937DF62E4F7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9650" y="685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>
            <a:extLst>
              <a:ext uri="{FF2B5EF4-FFF2-40B4-BE49-F238E27FC236}">
                <a16:creationId xmlns:a16="http://schemas.microsoft.com/office/drawing/2014/main" id="{0EBE9663-F697-7570-FD32-178139BF3E73}"/>
              </a:ext>
            </a:extLst>
          </p:cNvPr>
          <p:cNvSpPr>
            <a:spLocks/>
          </p:cNvSpPr>
          <p:nvPr/>
        </p:nvSpPr>
        <p:spPr bwMode="auto">
          <a:xfrm>
            <a:off x="304800" y="4724400"/>
            <a:ext cx="7239000" cy="21336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=0,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14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14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14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14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14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,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0136" name="Text Box 24">
            <a:extLst>
              <a:ext uri="{FF2B5EF4-FFF2-40B4-BE49-F238E27FC236}">
                <a16:creationId xmlns:a16="http://schemas.microsoft.com/office/drawing/2014/main" id="{4169F0E3-A9F2-8364-D5A5-4105B0EBC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685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90137" name="Text Box 183">
            <a:extLst>
              <a:ext uri="{FF2B5EF4-FFF2-40B4-BE49-F238E27FC236}">
                <a16:creationId xmlns:a16="http://schemas.microsoft.com/office/drawing/2014/main" id="{201F1CD8-0C73-C1E2-F3AB-4CA630D05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63" y="533400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E0603B-2C5E-B817-F342-3CA22E6DB8C7}"/>
              </a:ext>
            </a:extLst>
          </p:cNvPr>
          <p:cNvSpPr/>
          <p:nvPr/>
        </p:nvSpPr>
        <p:spPr>
          <a:xfrm>
            <a:off x="1004888" y="719138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aphicFrame>
        <p:nvGraphicFramePr>
          <p:cNvPr id="32" name="Group 3">
            <a:extLst>
              <a:ext uri="{FF2B5EF4-FFF2-40B4-BE49-F238E27FC236}">
                <a16:creationId xmlns:a16="http://schemas.microsoft.com/office/drawing/2014/main" id="{6994FBEC-EBB0-6768-45F2-24F97708CF59}"/>
              </a:ext>
            </a:extLst>
          </p:cNvPr>
          <p:cNvGraphicFramePr>
            <a:graphicFrameLocks/>
          </p:cNvGraphicFramePr>
          <p:nvPr/>
        </p:nvGraphicFramePr>
        <p:xfrm>
          <a:off x="990600" y="1066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59" name="Text Box 24">
            <a:extLst>
              <a:ext uri="{FF2B5EF4-FFF2-40B4-BE49-F238E27FC236}">
                <a16:creationId xmlns:a16="http://schemas.microsoft.com/office/drawing/2014/main" id="{A91FFA66-0BCE-1DE8-CCC2-62BA2DAEC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066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90160" name="Text Box 183">
            <a:extLst>
              <a:ext uri="{FF2B5EF4-FFF2-40B4-BE49-F238E27FC236}">
                <a16:creationId xmlns:a16="http://schemas.microsoft.com/office/drawing/2014/main" id="{532A4EFD-4A41-C227-C4AE-C278BAB47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957263"/>
            <a:ext cx="9001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3</a:t>
            </a:r>
          </a:p>
        </p:txBody>
      </p:sp>
      <p:graphicFrame>
        <p:nvGraphicFramePr>
          <p:cNvPr id="56" name="Group 3">
            <a:extLst>
              <a:ext uri="{FF2B5EF4-FFF2-40B4-BE49-F238E27FC236}">
                <a16:creationId xmlns:a16="http://schemas.microsoft.com/office/drawing/2014/main" id="{81FAEE58-B16F-BE5E-D774-228429029055}"/>
              </a:ext>
            </a:extLst>
          </p:cNvPr>
          <p:cNvGraphicFramePr>
            <a:graphicFrameLocks/>
          </p:cNvGraphicFramePr>
          <p:nvPr/>
        </p:nvGraphicFramePr>
        <p:xfrm>
          <a:off x="1006475" y="1447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81" name="Text Box 24">
            <a:extLst>
              <a:ext uri="{FF2B5EF4-FFF2-40B4-BE49-F238E27FC236}">
                <a16:creationId xmlns:a16="http://schemas.microsoft.com/office/drawing/2014/main" id="{9FF4E04D-99AB-7991-1501-F8644C56E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14478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90182" name="Text Box 183">
            <a:extLst>
              <a:ext uri="{FF2B5EF4-FFF2-40B4-BE49-F238E27FC236}">
                <a16:creationId xmlns:a16="http://schemas.microsoft.com/office/drawing/2014/main" id="{EE5783E1-45B8-1246-32E0-D01B8D46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863" y="1363663"/>
            <a:ext cx="900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graphicFrame>
        <p:nvGraphicFramePr>
          <p:cNvPr id="83" name="Group 3">
            <a:extLst>
              <a:ext uri="{FF2B5EF4-FFF2-40B4-BE49-F238E27FC236}">
                <a16:creationId xmlns:a16="http://schemas.microsoft.com/office/drawing/2014/main" id="{C1BBDDE3-DA1E-2434-E858-A8124DE2C3A3}"/>
              </a:ext>
            </a:extLst>
          </p:cNvPr>
          <p:cNvGraphicFramePr>
            <a:graphicFrameLocks/>
          </p:cNvGraphicFramePr>
          <p:nvPr/>
        </p:nvGraphicFramePr>
        <p:xfrm>
          <a:off x="990600" y="1905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03" name="Text Box 24">
            <a:extLst>
              <a:ext uri="{FF2B5EF4-FFF2-40B4-BE49-F238E27FC236}">
                <a16:creationId xmlns:a16="http://schemas.microsoft.com/office/drawing/2014/main" id="{C260F25A-0BC8-590F-879C-85723044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9050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90204" name="Text Box 183">
            <a:extLst>
              <a:ext uri="{FF2B5EF4-FFF2-40B4-BE49-F238E27FC236}">
                <a16:creationId xmlns:a16="http://schemas.microsoft.com/office/drawing/2014/main" id="{7E275486-BEC0-C8E2-EF2B-9086F3DD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1795463"/>
            <a:ext cx="900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4</a:t>
            </a:r>
          </a:p>
        </p:txBody>
      </p:sp>
      <p:graphicFrame>
        <p:nvGraphicFramePr>
          <p:cNvPr id="82" name="Group 3">
            <a:extLst>
              <a:ext uri="{FF2B5EF4-FFF2-40B4-BE49-F238E27FC236}">
                <a16:creationId xmlns:a16="http://schemas.microsoft.com/office/drawing/2014/main" id="{1B52EB8F-5673-A68A-2306-0A2A6A70D729}"/>
              </a:ext>
            </a:extLst>
          </p:cNvPr>
          <p:cNvGraphicFramePr>
            <a:graphicFrameLocks/>
          </p:cNvGraphicFramePr>
          <p:nvPr/>
        </p:nvGraphicFramePr>
        <p:xfrm>
          <a:off x="990600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25" name="Text Box 24">
            <a:extLst>
              <a:ext uri="{FF2B5EF4-FFF2-40B4-BE49-F238E27FC236}">
                <a16:creationId xmlns:a16="http://schemas.microsoft.com/office/drawing/2014/main" id="{624BAD1D-EF74-E780-408A-97E414DB6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90226" name="Text Box 183">
            <a:extLst>
              <a:ext uri="{FF2B5EF4-FFF2-40B4-BE49-F238E27FC236}">
                <a16:creationId xmlns:a16="http://schemas.microsoft.com/office/drawing/2014/main" id="{7AEB7135-8BDF-D8BA-A02D-5733A9B3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2328863"/>
            <a:ext cx="1012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CE186CC-F47A-FF97-8F08-E9297AE85763}"/>
              </a:ext>
            </a:extLst>
          </p:cNvPr>
          <p:cNvSpPr/>
          <p:nvPr/>
        </p:nvSpPr>
        <p:spPr>
          <a:xfrm>
            <a:off x="3994150" y="24638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99052DF-058D-B7B2-2538-B61685D59089}"/>
              </a:ext>
            </a:extLst>
          </p:cNvPr>
          <p:cNvSpPr/>
          <p:nvPr/>
        </p:nvSpPr>
        <p:spPr>
          <a:xfrm>
            <a:off x="4730750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03EA531-DD9C-3104-BDBC-F990F96C35A2}"/>
              </a:ext>
            </a:extLst>
          </p:cNvPr>
          <p:cNvSpPr/>
          <p:nvPr/>
        </p:nvSpPr>
        <p:spPr>
          <a:xfrm>
            <a:off x="5453063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967870-9218-25AD-9FA4-81F755DEC792}"/>
              </a:ext>
            </a:extLst>
          </p:cNvPr>
          <p:cNvSpPr/>
          <p:nvPr/>
        </p:nvSpPr>
        <p:spPr>
          <a:xfrm>
            <a:off x="618966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Text Box 183">
            <a:extLst>
              <a:ext uri="{FF2B5EF4-FFF2-40B4-BE49-F238E27FC236}">
                <a16:creationId xmlns:a16="http://schemas.microsoft.com/office/drawing/2014/main" id="{59BA9279-5F38-E0F7-0187-77F17C9A0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2819400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105" name="Text Box 183">
            <a:extLst>
              <a:ext uri="{FF2B5EF4-FFF2-40B4-BE49-F238E27FC236}">
                <a16:creationId xmlns:a16="http://schemas.microsoft.com/office/drawing/2014/main" id="{5D4FB5EB-0203-465E-A9FC-458323A51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5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A[min]= 55</a:t>
            </a:r>
          </a:p>
        </p:txBody>
      </p:sp>
      <p:sp>
        <p:nvSpPr>
          <p:cNvPr id="106" name="Text Box 183">
            <a:extLst>
              <a:ext uri="{FF2B5EF4-FFF2-40B4-BE49-F238E27FC236}">
                <a16:creationId xmlns:a16="http://schemas.microsoft.com/office/drawing/2014/main" id="{E0FB1E6D-E6A4-7609-5764-56DC98C20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2828925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107" name="Text Box 183">
            <a:extLst>
              <a:ext uri="{FF2B5EF4-FFF2-40B4-BE49-F238E27FC236}">
                <a16:creationId xmlns:a16="http://schemas.microsoft.com/office/drawing/2014/main" id="{903FC51A-5CD4-BA4A-6199-B78CFD5F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91A6DDD-51A3-A54E-89C9-5E195F4DAA21}"/>
              </a:ext>
            </a:extLst>
          </p:cNvPr>
          <p:cNvCxnSpPr/>
          <p:nvPr/>
        </p:nvCxnSpPr>
        <p:spPr>
          <a:xfrm>
            <a:off x="3443288" y="2286000"/>
            <a:ext cx="10556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303A2A7-7F18-0B07-B6C1-D1FE9A0A6B1C}"/>
              </a:ext>
            </a:extLst>
          </p:cNvPr>
          <p:cNvCxnSpPr/>
          <p:nvPr/>
        </p:nvCxnSpPr>
        <p:spPr>
          <a:xfrm rot="10800000" flipV="1">
            <a:off x="3508375" y="2286000"/>
            <a:ext cx="762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Group 3">
            <a:extLst>
              <a:ext uri="{FF2B5EF4-FFF2-40B4-BE49-F238E27FC236}">
                <a16:creationId xmlns:a16="http://schemas.microsoft.com/office/drawing/2014/main" id="{B8B8C43B-02EF-C101-11BF-8E3EE6209265}"/>
              </a:ext>
            </a:extLst>
          </p:cNvPr>
          <p:cNvGraphicFramePr>
            <a:graphicFrameLocks/>
          </p:cNvGraphicFramePr>
          <p:nvPr/>
        </p:nvGraphicFramePr>
        <p:xfrm>
          <a:off x="993775" y="31591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57" name="Text Box 24">
            <a:extLst>
              <a:ext uri="{FF2B5EF4-FFF2-40B4-BE49-F238E27FC236}">
                <a16:creationId xmlns:a16="http://schemas.microsoft.com/office/drawing/2014/main" id="{2ECED654-C3AA-628A-22DD-1EA145AF6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159125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90258" name="Text Box 183">
            <a:extLst>
              <a:ext uri="{FF2B5EF4-FFF2-40B4-BE49-F238E27FC236}">
                <a16:creationId xmlns:a16="http://schemas.microsoft.com/office/drawing/2014/main" id="{8ACF4033-A211-86A3-FEA4-631669E19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0575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17FE14-F66F-2F9D-7397-BFD42BFDC2C2}"/>
              </a:ext>
            </a:extLst>
          </p:cNvPr>
          <p:cNvSpPr/>
          <p:nvPr/>
        </p:nvSpPr>
        <p:spPr>
          <a:xfrm>
            <a:off x="4733925" y="3184525"/>
            <a:ext cx="695325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E4C099B-F100-023D-806B-F57D39E3CA4E}"/>
              </a:ext>
            </a:extLst>
          </p:cNvPr>
          <p:cNvCxnSpPr/>
          <p:nvPr/>
        </p:nvCxnSpPr>
        <p:spPr>
          <a:xfrm>
            <a:off x="4422775" y="2822575"/>
            <a:ext cx="8382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D3ADF3E-86EB-748D-D241-F3E28AA2CF2F}"/>
              </a:ext>
            </a:extLst>
          </p:cNvPr>
          <p:cNvCxnSpPr/>
          <p:nvPr/>
        </p:nvCxnSpPr>
        <p:spPr>
          <a:xfrm rot="10800000" flipV="1">
            <a:off x="4346575" y="2822575"/>
            <a:ext cx="9144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2" name="Group 3">
            <a:extLst>
              <a:ext uri="{FF2B5EF4-FFF2-40B4-BE49-F238E27FC236}">
                <a16:creationId xmlns:a16="http://schemas.microsoft.com/office/drawing/2014/main" id="{B4620740-0048-0CF6-8683-68CB4C888ABB}"/>
              </a:ext>
            </a:extLst>
          </p:cNvPr>
          <p:cNvGraphicFramePr>
            <a:graphicFrameLocks/>
          </p:cNvGraphicFramePr>
          <p:nvPr/>
        </p:nvGraphicFramePr>
        <p:xfrm>
          <a:off x="993775" y="370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82" name="Text Box 24">
            <a:extLst>
              <a:ext uri="{FF2B5EF4-FFF2-40B4-BE49-F238E27FC236}">
                <a16:creationId xmlns:a16="http://schemas.microsoft.com/office/drawing/2014/main" id="{4A8F2E5D-DA80-0982-C5CE-ED7659C38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7004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90283" name="Text Box 183">
            <a:extLst>
              <a:ext uri="{FF2B5EF4-FFF2-40B4-BE49-F238E27FC236}">
                <a16:creationId xmlns:a16="http://schemas.microsoft.com/office/drawing/2014/main" id="{A9A49229-0834-652B-93EB-B1B7408B4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5909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B05B239-A644-4822-1146-6131BCF25650}"/>
              </a:ext>
            </a:extLst>
          </p:cNvPr>
          <p:cNvSpPr/>
          <p:nvPr/>
        </p:nvSpPr>
        <p:spPr>
          <a:xfrm>
            <a:off x="5519738" y="372586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EDB8CB9-789F-5EAD-6634-8631EB35B431}"/>
              </a:ext>
            </a:extLst>
          </p:cNvPr>
          <p:cNvCxnSpPr/>
          <p:nvPr/>
        </p:nvCxnSpPr>
        <p:spPr>
          <a:xfrm>
            <a:off x="4929188" y="35417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3344B71-491A-2C86-A623-A12D1CA48CC9}"/>
              </a:ext>
            </a:extLst>
          </p:cNvPr>
          <p:cNvCxnSpPr/>
          <p:nvPr/>
        </p:nvCxnSpPr>
        <p:spPr>
          <a:xfrm rot="10800000" flipV="1">
            <a:off x="4994275" y="35417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8" name="Group 3">
            <a:extLst>
              <a:ext uri="{FF2B5EF4-FFF2-40B4-BE49-F238E27FC236}">
                <a16:creationId xmlns:a16="http://schemas.microsoft.com/office/drawing/2014/main" id="{E3515780-C0AD-7AFD-6715-5C1450CAADAE}"/>
              </a:ext>
            </a:extLst>
          </p:cNvPr>
          <p:cNvGraphicFramePr>
            <a:graphicFrameLocks/>
          </p:cNvGraphicFramePr>
          <p:nvPr/>
        </p:nvGraphicFramePr>
        <p:xfrm>
          <a:off x="993775" y="42338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307" name="Text Box 24">
            <a:extLst>
              <a:ext uri="{FF2B5EF4-FFF2-40B4-BE49-F238E27FC236}">
                <a16:creationId xmlns:a16="http://schemas.microsoft.com/office/drawing/2014/main" id="{3FEDCB41-1274-4976-C192-5BFED12A5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2338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90308" name="Text Box 183">
            <a:extLst>
              <a:ext uri="{FF2B5EF4-FFF2-40B4-BE49-F238E27FC236}">
                <a16:creationId xmlns:a16="http://schemas.microsoft.com/office/drawing/2014/main" id="{DFECC2F2-6017-B46E-86BE-EA683EF7E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4124325"/>
            <a:ext cx="9001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9DCC40F-06FF-9438-9FB3-F33FC7289217}"/>
              </a:ext>
            </a:extLst>
          </p:cNvPr>
          <p:cNvSpPr/>
          <p:nvPr/>
        </p:nvSpPr>
        <p:spPr>
          <a:xfrm>
            <a:off x="6229350" y="425926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CDD78C7-35DE-8D8A-81DD-BC7653183886}"/>
              </a:ext>
            </a:extLst>
          </p:cNvPr>
          <p:cNvCxnSpPr/>
          <p:nvPr/>
        </p:nvCxnSpPr>
        <p:spPr>
          <a:xfrm>
            <a:off x="5691188" y="40751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7382E52-9F8F-B011-619D-94DD9D106621}"/>
              </a:ext>
            </a:extLst>
          </p:cNvPr>
          <p:cNvCxnSpPr/>
          <p:nvPr/>
        </p:nvCxnSpPr>
        <p:spPr>
          <a:xfrm rot="10800000" flipV="1">
            <a:off x="5756275" y="40751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2E8A2AB-07EA-DD82-E1E7-B4AADD55D8FD}"/>
              </a:ext>
            </a:extLst>
          </p:cNvPr>
          <p:cNvSpPr/>
          <p:nvPr/>
        </p:nvSpPr>
        <p:spPr>
          <a:xfrm>
            <a:off x="1766888" y="10906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8DD2AE8-3B8C-4E5B-BE0D-DFFD77E72759}"/>
              </a:ext>
            </a:extLst>
          </p:cNvPr>
          <p:cNvSpPr/>
          <p:nvPr/>
        </p:nvSpPr>
        <p:spPr>
          <a:xfrm>
            <a:off x="2538413" y="1479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8289325-2FBF-6691-7717-335233B042BC}"/>
              </a:ext>
            </a:extLst>
          </p:cNvPr>
          <p:cNvSpPr/>
          <p:nvPr/>
        </p:nvSpPr>
        <p:spPr>
          <a:xfrm>
            <a:off x="3209925" y="1943100"/>
            <a:ext cx="693738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B965CC4-3E6D-A9EF-1CA9-DF3AA2E4B50B}"/>
              </a:ext>
            </a:extLst>
          </p:cNvPr>
          <p:cNvSpPr/>
          <p:nvPr/>
        </p:nvSpPr>
        <p:spPr>
          <a:xfrm>
            <a:off x="3990975" y="2490788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96A8BDF-2C9D-01F6-18D8-69A857F5E34B}"/>
              </a:ext>
            </a:extLst>
          </p:cNvPr>
          <p:cNvSpPr/>
          <p:nvPr/>
        </p:nvSpPr>
        <p:spPr>
          <a:xfrm>
            <a:off x="5481638" y="733425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E0AE48A-A7F6-EF17-0138-6E804399335A}"/>
              </a:ext>
            </a:extLst>
          </p:cNvPr>
          <p:cNvSpPr/>
          <p:nvPr/>
        </p:nvSpPr>
        <p:spPr>
          <a:xfrm>
            <a:off x="3249613" y="1098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3BFAE4C-13C5-A775-CA66-DAA923DCBE49}"/>
              </a:ext>
            </a:extLst>
          </p:cNvPr>
          <p:cNvSpPr/>
          <p:nvPr/>
        </p:nvSpPr>
        <p:spPr>
          <a:xfrm>
            <a:off x="4745038" y="14652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EB826B0-4416-BD42-51D1-88E51BB84409}"/>
              </a:ext>
            </a:extLst>
          </p:cNvPr>
          <p:cNvSpPr/>
          <p:nvPr/>
        </p:nvSpPr>
        <p:spPr>
          <a:xfrm>
            <a:off x="3917950" y="19478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8941F9D-51DD-3B7F-E276-3E899851B321}"/>
              </a:ext>
            </a:extLst>
          </p:cNvPr>
          <p:cNvSpPr/>
          <p:nvPr/>
        </p:nvSpPr>
        <p:spPr>
          <a:xfrm>
            <a:off x="4745038" y="24558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A778A13B-7663-0BDE-3949-11489E8F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0322" name="Slide Number Placeholder 57">
            <a:extLst>
              <a:ext uri="{FF2B5EF4-FFF2-40B4-BE49-F238E27FC236}">
                <a16:creationId xmlns:a16="http://schemas.microsoft.com/office/drawing/2014/main" id="{327FE022-75FF-EA7A-787C-918B853FDF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9DF1DB-C42A-49FA-82A1-95C268BFA60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90323" name="Text Box 183">
            <a:extLst>
              <a:ext uri="{FF2B5EF4-FFF2-40B4-BE49-F238E27FC236}">
                <a16:creationId xmlns:a16="http://schemas.microsoft.com/office/drawing/2014/main" id="{97328677-1808-F61A-BBAA-4CF82E3C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728663"/>
            <a:ext cx="1184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90324" name="Text Box 183">
            <a:extLst>
              <a:ext uri="{FF2B5EF4-FFF2-40B4-BE49-F238E27FC236}">
                <a16:creationId xmlns:a16="http://schemas.microsoft.com/office/drawing/2014/main" id="{F60FBDCB-DDA0-F779-E6A7-3AC74FB35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11858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90325" name="Text Box 183">
            <a:extLst>
              <a:ext uri="{FF2B5EF4-FFF2-40B4-BE49-F238E27FC236}">
                <a16:creationId xmlns:a16="http://schemas.microsoft.com/office/drawing/2014/main" id="{4DBBEEA2-4BDD-AFBB-032F-560C91EFD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1566863"/>
            <a:ext cx="1300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90326" name="Text Box 183">
            <a:extLst>
              <a:ext uri="{FF2B5EF4-FFF2-40B4-BE49-F238E27FC236}">
                <a16:creationId xmlns:a16="http://schemas.microsoft.com/office/drawing/2014/main" id="{62674EDE-2ADE-993D-8973-EEBFB06D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0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90327" name="Text Box 183">
            <a:extLst>
              <a:ext uri="{FF2B5EF4-FFF2-40B4-BE49-F238E27FC236}">
                <a16:creationId xmlns:a16="http://schemas.microsoft.com/office/drawing/2014/main" id="{3A20248F-69E4-BC6E-D2F4-37323AF34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25574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90328" name="Text Box 183">
            <a:extLst>
              <a:ext uri="{FF2B5EF4-FFF2-40B4-BE49-F238E27FC236}">
                <a16:creationId xmlns:a16="http://schemas.microsoft.com/office/drawing/2014/main" id="{408B0B46-84C5-8BC9-FEB9-6E90F1C14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2861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58</a:t>
            </a:r>
          </a:p>
        </p:txBody>
      </p:sp>
      <p:sp>
        <p:nvSpPr>
          <p:cNvPr id="90329" name="Text Box 183">
            <a:extLst>
              <a:ext uri="{FF2B5EF4-FFF2-40B4-BE49-F238E27FC236}">
                <a16:creationId xmlns:a16="http://schemas.microsoft.com/office/drawing/2014/main" id="{B0B89386-66FB-FB9A-3870-C81B8D7A5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8195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  <p:sp>
        <p:nvSpPr>
          <p:cNvPr id="90330" name="Text Box 183">
            <a:extLst>
              <a:ext uri="{FF2B5EF4-FFF2-40B4-BE49-F238E27FC236}">
                <a16:creationId xmlns:a16="http://schemas.microsoft.com/office/drawing/2014/main" id="{7B2E53FC-545A-D9E3-DA8B-AE77DBC0C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43862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/>
      <p:bldP spid="104" grpId="1"/>
      <p:bldP spid="105" grpId="0"/>
      <p:bldP spid="105" grpId="1"/>
      <p:bldP spid="106" grpId="0"/>
      <p:bldP spid="106" grpId="1"/>
      <p:bldP spid="107" grpId="0"/>
      <p:bldP spid="107" grpId="1"/>
      <p:bldP spid="115" grpId="0" animBg="1"/>
      <p:bldP spid="135" grpId="0" animBg="1"/>
      <p:bldP spid="14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16A083B-7DCB-EEE6-CCA8-1BC46D9B93A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 vs Insertion Sort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7898E5B0-88B9-49A7-C9D2-34E946B141B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14400"/>
            <a:ext cx="7315200" cy="5334000"/>
          </a:xfrm>
        </p:spPr>
        <p:txBody>
          <a:bodyPr/>
          <a:lstStyle/>
          <a:p>
            <a:r>
              <a:rPr lang="en-US" altLang="en-US" sz="2800"/>
              <a:t>Selection sort's advantage is that </a:t>
            </a:r>
          </a:p>
          <a:p>
            <a:pPr lvl="1"/>
            <a:r>
              <a:rPr lang="en-US" altLang="en-US" sz="2400"/>
              <a:t>While </a:t>
            </a:r>
            <a:r>
              <a:rPr lang="en-US" altLang="en-US" sz="2400">
                <a:solidFill>
                  <a:srgbClr val="0000CC"/>
                </a:solidFill>
              </a:rPr>
              <a:t>insertion sort</a:t>
            </a:r>
            <a:r>
              <a:rPr lang="en-US" altLang="en-US" sz="2400"/>
              <a:t> typically makes fewer comparisons than </a:t>
            </a:r>
            <a:r>
              <a:rPr lang="en-US" altLang="en-US" sz="2400">
                <a:solidFill>
                  <a:srgbClr val="0000CC"/>
                </a:solidFill>
              </a:rPr>
              <a:t>selection sort</a:t>
            </a:r>
            <a:r>
              <a:rPr lang="en-US" altLang="en-US" sz="2400"/>
              <a:t>, </a:t>
            </a:r>
          </a:p>
          <a:p>
            <a:pPr lvl="1"/>
            <a:r>
              <a:rPr lang="en-US" altLang="en-US" sz="2400">
                <a:solidFill>
                  <a:srgbClr val="0000CC"/>
                </a:solidFill>
              </a:rPr>
              <a:t>Insertion sort </a:t>
            </a:r>
            <a:r>
              <a:rPr lang="en-US" altLang="en-US" sz="2400"/>
              <a:t>requires more writes than the </a:t>
            </a:r>
            <a:r>
              <a:rPr lang="en-US" altLang="en-US" sz="2400">
                <a:solidFill>
                  <a:srgbClr val="0000CC"/>
                </a:solidFill>
              </a:rPr>
              <a:t>selection sort</a:t>
            </a:r>
            <a:r>
              <a:rPr lang="en-US" altLang="en-US" sz="2400"/>
              <a:t> because the inner loop of the </a:t>
            </a:r>
            <a:r>
              <a:rPr lang="en-US" altLang="en-US" sz="2400">
                <a:solidFill>
                  <a:srgbClr val="0000CC"/>
                </a:solidFill>
              </a:rPr>
              <a:t>insertion sort </a:t>
            </a:r>
            <a:r>
              <a:rPr lang="en-US" altLang="en-US" sz="2400"/>
              <a:t>can require shifting large sections of the sorted portion of the array. </a:t>
            </a:r>
          </a:p>
          <a:p>
            <a:pPr lvl="2"/>
            <a:r>
              <a:rPr lang="en-US" altLang="en-US" sz="1800"/>
              <a:t>In general, insertion sort will write to the array O(</a:t>
            </a:r>
            <a:r>
              <a:rPr lang="en-US" altLang="en-US" sz="1800" i="1"/>
              <a:t>n</a:t>
            </a:r>
            <a:r>
              <a:rPr lang="en-US" altLang="en-US" sz="1800" baseline="30000"/>
              <a:t>2</a:t>
            </a:r>
            <a:r>
              <a:rPr lang="en-US" altLang="en-US" sz="1800"/>
              <a:t>) times</a:t>
            </a:r>
          </a:p>
          <a:p>
            <a:pPr lvl="2"/>
            <a:r>
              <a:rPr lang="en-US" altLang="en-US" sz="1800"/>
              <a:t>Whereas selection sort will write/swap only O(</a:t>
            </a:r>
            <a:r>
              <a:rPr lang="en-US" altLang="en-US" sz="1800" i="1"/>
              <a:t>n</a:t>
            </a:r>
            <a:r>
              <a:rPr lang="en-US" altLang="en-US" sz="1800"/>
              <a:t>) times</a:t>
            </a:r>
          </a:p>
          <a:p>
            <a:pPr lvl="1"/>
            <a:r>
              <a:rPr lang="en-US" altLang="en-US" sz="2400"/>
              <a:t>For this reason </a:t>
            </a:r>
            <a:r>
              <a:rPr lang="en-US" altLang="en-US" sz="2400">
                <a:solidFill>
                  <a:srgbClr val="0000CC"/>
                </a:solidFill>
              </a:rPr>
              <a:t>selection sort </a:t>
            </a:r>
            <a:r>
              <a:rPr lang="en-US" altLang="en-US" sz="2400"/>
              <a:t>may be preferable in cases where writing to memory is significantly more expensive than reading, </a:t>
            </a:r>
          </a:p>
          <a:p>
            <a:pPr lvl="2"/>
            <a:r>
              <a:rPr lang="en-US" altLang="en-US" sz="2400"/>
              <a:t>such as with EPROM or flash memory</a:t>
            </a: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62B27-10A9-897A-1421-629BA7A9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2165" name="Slide Number Placeholder 4">
            <a:extLst>
              <a:ext uri="{FF2B5EF4-FFF2-40B4-BE49-F238E27FC236}">
                <a16:creationId xmlns:a16="http://schemas.microsoft.com/office/drawing/2014/main" id="{171BB2D0-7315-8D96-FDD9-E86EF30409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99B679-F3CD-4003-AF84-73F0576F274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43F62-27CC-23EB-DC16-A5E8C1A630B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228600"/>
            <a:ext cx="7239000" cy="7620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Comparisons of different sorting algorithms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938425-F514-5B45-9988-997008EE7BF3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397000"/>
          <a:ext cx="7239000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075">
                <a:tc>
                  <a:txBody>
                    <a:bodyPr/>
                    <a:lstStyle/>
                    <a:p>
                      <a:r>
                        <a:rPr lang="en-US" dirty="0"/>
                        <a:t>Bubble</a:t>
                      </a:r>
                      <a:r>
                        <a:rPr lang="en-US" baseline="0" dirty="0"/>
                        <a:t> 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Selection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swaps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writes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n) swaps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575"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adaptive </a:t>
                      </a:r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 running time when nearly sorted (Best case running time)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CDE1C-1014-486A-2922-1FA46F92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4234" name="Slide Number Placeholder 5">
            <a:extLst>
              <a:ext uri="{FF2B5EF4-FFF2-40B4-BE49-F238E27FC236}">
                <a16:creationId xmlns:a16="http://schemas.microsoft.com/office/drawing/2014/main" id="{F47ABB5A-5B3F-7254-7E46-6EA713F6D5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536162-5DDB-4292-964F-E4B3C1E2C41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94EFBB34-5F77-58EE-A704-41B8A0A2577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0ECC633-7736-229B-A659-EC48D9C3CFF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 sz="2200"/>
              <a:t>The fundamental operation in this algorithm is merging two sorted lists.</a:t>
            </a:r>
          </a:p>
          <a:p>
            <a:r>
              <a:rPr lang="en-US" altLang="en-US" sz="2200"/>
              <a:t>Because the lists are sorted, this can be done in one pass through the input, if the output is put in a third list. </a:t>
            </a:r>
          </a:p>
          <a:p>
            <a:r>
              <a:rPr lang="en-US" altLang="en-US" sz="2200"/>
              <a:t>The basic merging algorithm takes </a:t>
            </a:r>
          </a:p>
          <a:p>
            <a:pPr lvl="1"/>
            <a:r>
              <a:rPr lang="en-US" altLang="en-US" sz="1900"/>
              <a:t>two input arrays: </a:t>
            </a:r>
            <a:r>
              <a:rPr lang="en-US" altLang="en-US" sz="1900" i="1">
                <a:solidFill>
                  <a:srgbClr val="0000CC"/>
                </a:solidFill>
              </a:rPr>
              <a:t>a</a:t>
            </a:r>
            <a:r>
              <a:rPr lang="en-US" altLang="en-US" sz="1900"/>
              <a:t> and </a:t>
            </a:r>
            <a:r>
              <a:rPr lang="en-US" altLang="en-US" sz="1900" i="1">
                <a:solidFill>
                  <a:srgbClr val="0000CC"/>
                </a:solidFill>
              </a:rPr>
              <a:t>b</a:t>
            </a:r>
            <a:r>
              <a:rPr lang="en-US" altLang="en-US" sz="1900"/>
              <a:t>,</a:t>
            </a:r>
          </a:p>
          <a:p>
            <a:pPr lvl="1"/>
            <a:r>
              <a:rPr lang="en-US" altLang="en-US" sz="1900"/>
              <a:t>an output array: </a:t>
            </a:r>
            <a:r>
              <a:rPr lang="en-US" altLang="en-US" sz="1900" i="1">
                <a:solidFill>
                  <a:srgbClr val="0000CC"/>
                </a:solidFill>
              </a:rPr>
              <a:t>c</a:t>
            </a:r>
            <a:r>
              <a:rPr lang="en-US" altLang="en-US" sz="1900"/>
              <a:t> </a:t>
            </a:r>
          </a:p>
          <a:p>
            <a:pPr lvl="1"/>
            <a:r>
              <a:rPr lang="en-US" altLang="en-US" sz="1900"/>
              <a:t>three counters:  </a:t>
            </a:r>
            <a:r>
              <a:rPr lang="en-US" altLang="en-US" sz="1900" i="1">
                <a:solidFill>
                  <a:srgbClr val="0000CC"/>
                </a:solidFill>
              </a:rPr>
              <a:t>aptr</a:t>
            </a:r>
            <a:r>
              <a:rPr lang="en-US" altLang="en-US" sz="1900"/>
              <a:t>, </a:t>
            </a:r>
            <a:r>
              <a:rPr lang="en-US" altLang="en-US" sz="1900" i="1">
                <a:solidFill>
                  <a:srgbClr val="0000CC"/>
                </a:solidFill>
              </a:rPr>
              <a:t>bptr</a:t>
            </a:r>
            <a:r>
              <a:rPr lang="en-US" altLang="en-US" sz="1900"/>
              <a:t>, and </a:t>
            </a:r>
            <a:r>
              <a:rPr lang="en-US" altLang="en-US" sz="1900" i="1">
                <a:solidFill>
                  <a:srgbClr val="0000CC"/>
                </a:solidFill>
              </a:rPr>
              <a:t>cptr</a:t>
            </a:r>
            <a:r>
              <a:rPr lang="en-US" altLang="en-US" sz="1900"/>
              <a:t>, </a:t>
            </a:r>
          </a:p>
          <a:p>
            <a:pPr lvl="2"/>
            <a:r>
              <a:rPr lang="en-US" altLang="en-US" sz="1600"/>
              <a:t>which are initially set to the beginning of their respective arrays.</a:t>
            </a:r>
          </a:p>
          <a:p>
            <a:r>
              <a:rPr lang="en-US" altLang="en-US" sz="2200"/>
              <a:t>The smaller of </a:t>
            </a: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aptr</a:t>
            </a:r>
            <a:r>
              <a:rPr lang="en-US" altLang="en-US" sz="2200">
                <a:solidFill>
                  <a:srgbClr val="0000CC"/>
                </a:solidFill>
              </a:rPr>
              <a:t>] </a:t>
            </a:r>
            <a:r>
              <a:rPr lang="en-US" altLang="en-US" sz="2200"/>
              <a:t>and </a:t>
            </a:r>
            <a:r>
              <a:rPr lang="en-US" altLang="en-US" sz="2200" i="1">
                <a:solidFill>
                  <a:srgbClr val="0000CC"/>
                </a:solidFill>
              </a:rPr>
              <a:t>b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bptr</a:t>
            </a:r>
            <a:r>
              <a:rPr lang="en-US" altLang="en-US" sz="2200">
                <a:solidFill>
                  <a:srgbClr val="0000CC"/>
                </a:solidFill>
              </a:rPr>
              <a:t>] </a:t>
            </a:r>
            <a:r>
              <a:rPr lang="en-US" altLang="en-US" sz="2200"/>
              <a:t>is copied to the next entry in </a:t>
            </a:r>
            <a:r>
              <a:rPr lang="en-US" altLang="en-US" sz="2200" i="1">
                <a:solidFill>
                  <a:srgbClr val="0000CC"/>
                </a:solidFill>
              </a:rPr>
              <a:t>c</a:t>
            </a:r>
            <a:r>
              <a:rPr lang="en-US" altLang="en-US" sz="2200"/>
              <a:t>, and the appropriate counters are advanced. </a:t>
            </a:r>
          </a:p>
          <a:p>
            <a:r>
              <a:rPr lang="en-US" altLang="en-US" sz="2200"/>
              <a:t>When either input list is exhausted, the remainder of the other list is copied to </a:t>
            </a:r>
            <a:r>
              <a:rPr lang="en-US" altLang="en-US" sz="2200" i="1">
                <a:solidFill>
                  <a:srgbClr val="0000CC"/>
                </a:solidFill>
              </a:rPr>
              <a:t>c</a:t>
            </a:r>
            <a:r>
              <a:rPr lang="en-US" altLang="en-US" sz="2200"/>
              <a:t>.</a:t>
            </a:r>
            <a:endParaRPr lang="en-US" altLang="en-US" sz="22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BB1AB-D1C4-C582-1D70-4AB5B397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6261" name="Slide Number Placeholder 4">
            <a:extLst>
              <a:ext uri="{FF2B5EF4-FFF2-40B4-BE49-F238E27FC236}">
                <a16:creationId xmlns:a16="http://schemas.microsoft.com/office/drawing/2014/main" id="{C1B34742-D3CE-23AE-7533-C3B17DAE3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00FDB2-794E-4451-82A5-870F03ACCEF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99806C5-65E6-D693-A517-A9EA10D2AC9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9097344D-E0EA-85E1-E54D-CDAA727544A4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90208FA-D1DF-B9A5-F07C-03648EB0F9CC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B37A2A25-0BCD-36EA-0D8F-F8E6A17C1FC7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351" name="TextBox 7">
            <a:extLst>
              <a:ext uri="{FF2B5EF4-FFF2-40B4-BE49-F238E27FC236}">
                <a16:creationId xmlns:a16="http://schemas.microsoft.com/office/drawing/2014/main" id="{65EAEF08-36F9-D995-A001-01F473404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E91D9A-AE91-7922-CC82-4E63EBF8091E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53" name="TextBox 13">
            <a:extLst>
              <a:ext uri="{FF2B5EF4-FFF2-40B4-BE49-F238E27FC236}">
                <a16:creationId xmlns:a16="http://schemas.microsoft.com/office/drawing/2014/main" id="{37764770-36C4-C2A3-9C6B-7B52C793C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A63F3F-D42E-0CFD-52D9-67E0A5A064B8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D0F8A-608B-5E0F-AA6A-3FBE9DB23CDC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56" name="TextBox 17">
            <a:extLst>
              <a:ext uri="{FF2B5EF4-FFF2-40B4-BE49-F238E27FC236}">
                <a16:creationId xmlns:a16="http://schemas.microsoft.com/office/drawing/2014/main" id="{EF3A7165-E516-8C53-6C51-B3292F0BA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4EEBDAF-15EA-556D-3BCE-BA8E0C2C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8358" name="Slide Number Placeholder 13">
            <a:extLst>
              <a:ext uri="{FF2B5EF4-FFF2-40B4-BE49-F238E27FC236}">
                <a16:creationId xmlns:a16="http://schemas.microsoft.com/office/drawing/2014/main" id="{DAA9CB35-0A59-891D-7BB2-2158841078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1CF6DB-DA95-4118-9CB5-E8E92543A75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57B64C75-6284-25AF-7556-64A41215BAB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2907515-A7AE-4619-B0FD-5D04F79905A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57DC8F0-7B30-12AC-6D66-B552508BCE26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7AC3CEF7-AFCD-DF68-36EC-092A81357038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0399" name="TextBox 7">
            <a:extLst>
              <a:ext uri="{FF2B5EF4-FFF2-40B4-BE49-F238E27FC236}">
                <a16:creationId xmlns:a16="http://schemas.microsoft.com/office/drawing/2014/main" id="{3FADD9BB-BDE5-BA56-891B-81D39B5CF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9E7059-0476-7497-5DB8-757FEDEA4B4E}"/>
              </a:ext>
            </a:extLst>
          </p:cNvPr>
          <p:cNvCxnSpPr/>
          <p:nvPr/>
        </p:nvCxnSpPr>
        <p:spPr>
          <a:xfrm rot="5400000" flipH="1" flipV="1">
            <a:off x="17041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01" name="TextBox 13">
            <a:extLst>
              <a:ext uri="{FF2B5EF4-FFF2-40B4-BE49-F238E27FC236}">
                <a16:creationId xmlns:a16="http://schemas.microsoft.com/office/drawing/2014/main" id="{6D78018F-0F32-8440-C9D4-5CB4A95F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2949BC-46B8-B11B-9DDC-A0B357E9EE1B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D90F90-6A36-8E06-1F44-415AF1F1B050}"/>
              </a:ext>
            </a:extLst>
          </p:cNvPr>
          <p:cNvCxnSpPr/>
          <p:nvPr/>
        </p:nvCxnSpPr>
        <p:spPr>
          <a:xfrm rot="5400000" flipH="1" flipV="1">
            <a:off x="1791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04" name="TextBox 17">
            <a:extLst>
              <a:ext uri="{FF2B5EF4-FFF2-40B4-BE49-F238E27FC236}">
                <a16:creationId xmlns:a16="http://schemas.microsoft.com/office/drawing/2014/main" id="{A4EDD507-6840-7747-8916-819382D0F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1E9E5C0-3550-1A38-D163-5D0436C4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0406" name="Slide Number Placeholder 13">
            <a:extLst>
              <a:ext uri="{FF2B5EF4-FFF2-40B4-BE49-F238E27FC236}">
                <a16:creationId xmlns:a16="http://schemas.microsoft.com/office/drawing/2014/main" id="{3A26D586-09E6-92BE-EB22-4427C8BF9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96B065-AD03-472E-9978-3471FF71638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2C2DB7D-E10F-F77A-F498-771063DD6CF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8EF7C8C5-DCCA-3301-0205-DB23B3CD08DC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6C29C4EE-7134-7957-0F7E-879E1FBC313D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D32DF05A-AF28-D2F1-66EF-48B35715E472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447" name="TextBox 7">
            <a:extLst>
              <a:ext uri="{FF2B5EF4-FFF2-40B4-BE49-F238E27FC236}">
                <a16:creationId xmlns:a16="http://schemas.microsoft.com/office/drawing/2014/main" id="{BBEDE496-485F-52CB-3071-277ADB078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8EA8E8-3772-A705-6673-92960439FA30}"/>
              </a:ext>
            </a:extLst>
          </p:cNvPr>
          <p:cNvCxnSpPr/>
          <p:nvPr/>
        </p:nvCxnSpPr>
        <p:spPr>
          <a:xfrm rot="5400000" flipH="1" flipV="1">
            <a:off x="16771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9" name="TextBox 13">
            <a:extLst>
              <a:ext uri="{FF2B5EF4-FFF2-40B4-BE49-F238E27FC236}">
                <a16:creationId xmlns:a16="http://schemas.microsoft.com/office/drawing/2014/main" id="{C19FBBFA-79B3-6DE8-42CF-F4EC30AB5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A5B079-F638-7E13-0206-8142A85E021A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6A4BF5-C0D4-537C-4EB4-0E6460E17B87}"/>
              </a:ext>
            </a:extLst>
          </p:cNvPr>
          <p:cNvCxnSpPr/>
          <p:nvPr/>
        </p:nvCxnSpPr>
        <p:spPr>
          <a:xfrm rot="5400000" flipH="1" flipV="1">
            <a:off x="2513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52" name="TextBox 17">
            <a:extLst>
              <a:ext uri="{FF2B5EF4-FFF2-40B4-BE49-F238E27FC236}">
                <a16:creationId xmlns:a16="http://schemas.microsoft.com/office/drawing/2014/main" id="{9410C4A1-4651-3629-8766-8F4142EC2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0164FC5-7721-4410-4DEF-F82A48A5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2454" name="Slide Number Placeholder 13">
            <a:extLst>
              <a:ext uri="{FF2B5EF4-FFF2-40B4-BE49-F238E27FC236}">
                <a16:creationId xmlns:a16="http://schemas.microsoft.com/office/drawing/2014/main" id="{66F51DB6-C0B7-B612-4DE8-C70D9B589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1D34BD-A021-4E33-977A-0D43B9FEAFF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088382C-DF2B-F257-AE11-65740FD9DBC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13C781E-E702-C0BC-07CF-E45322C471F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AFFE4F9-BAD1-12D5-650C-DDA8182E738D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751A8ABD-A129-61AA-1BE6-FD24A378E1AA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495" name="TextBox 7">
            <a:extLst>
              <a:ext uri="{FF2B5EF4-FFF2-40B4-BE49-F238E27FC236}">
                <a16:creationId xmlns:a16="http://schemas.microsoft.com/office/drawing/2014/main" id="{450DCAB6-6163-6BBF-9638-E7C9053AA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47303-A740-CE67-FBF5-0BEE1110FB98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97" name="TextBox 13">
            <a:extLst>
              <a:ext uri="{FF2B5EF4-FFF2-40B4-BE49-F238E27FC236}">
                <a16:creationId xmlns:a16="http://schemas.microsoft.com/office/drawing/2014/main" id="{1598CE61-D431-732A-F936-BC615F4E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1F9D78-F83E-E5AB-C40C-CEC2BAAE15B0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54942C-FD98-1CA4-322E-13EA9AFC5196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00" name="TextBox 17">
            <a:extLst>
              <a:ext uri="{FF2B5EF4-FFF2-40B4-BE49-F238E27FC236}">
                <a16:creationId xmlns:a16="http://schemas.microsoft.com/office/drawing/2014/main" id="{02476582-B00A-2FA7-895A-30C0DF25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38C003F-0348-6203-EDC1-5872756C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4502" name="Slide Number Placeholder 13">
            <a:extLst>
              <a:ext uri="{FF2B5EF4-FFF2-40B4-BE49-F238E27FC236}">
                <a16:creationId xmlns:a16="http://schemas.microsoft.com/office/drawing/2014/main" id="{37CD56E9-EE10-0293-BB7B-77276966A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95B69E-49E0-4B8F-8474-DCACACBD6B8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360FDB2D-2A9A-106D-0007-732E38EFE96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B4BCCDD-1C92-B3DE-5431-AE5369DED60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F2ACF3B6-287F-9611-5248-7D87BF839E00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DDF6EB19-BEA8-490C-F429-846F07F5D861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543" name="TextBox 7">
            <a:extLst>
              <a:ext uri="{FF2B5EF4-FFF2-40B4-BE49-F238E27FC236}">
                <a16:creationId xmlns:a16="http://schemas.microsoft.com/office/drawing/2014/main" id="{4EDB5F09-A0D2-6EEC-2F81-754AD9D0D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FC6E65-7B95-F93E-77AB-941BBD91E382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45" name="TextBox 13">
            <a:extLst>
              <a:ext uri="{FF2B5EF4-FFF2-40B4-BE49-F238E27FC236}">
                <a16:creationId xmlns:a16="http://schemas.microsoft.com/office/drawing/2014/main" id="{D722BF56-BA59-8E57-261F-524BFE37C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BED388-E981-4613-3B5B-82044B0A1103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D8EB8D-F970-3E0A-4D88-1308019678A7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48" name="TextBox 17">
            <a:extLst>
              <a:ext uri="{FF2B5EF4-FFF2-40B4-BE49-F238E27FC236}">
                <a16:creationId xmlns:a16="http://schemas.microsoft.com/office/drawing/2014/main" id="{4B179066-888C-1AEC-1345-9C1CA75E4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6E79D-1987-F356-8DEC-E1472456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6550" name="Slide Number Placeholder 13">
            <a:extLst>
              <a:ext uri="{FF2B5EF4-FFF2-40B4-BE49-F238E27FC236}">
                <a16:creationId xmlns:a16="http://schemas.microsoft.com/office/drawing/2014/main" id="{D6B2621C-3E3A-A29A-27C4-CC46F98981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A327E7-3320-4D3D-B798-D78A3386EC9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08C2FAB7-89C2-5465-3085-639CC278C6C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35C5E64C-C126-9284-11A0-DCA2CA2F0CC5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5E96E52-5EA6-BE11-FC83-92900E4A219C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3BD0DC1C-8D27-C649-E6CB-24AA86B54E44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591" name="TextBox 7">
            <a:extLst>
              <a:ext uri="{FF2B5EF4-FFF2-40B4-BE49-F238E27FC236}">
                <a16:creationId xmlns:a16="http://schemas.microsoft.com/office/drawing/2014/main" id="{CF85E1AA-67E2-AFD0-BE36-363E8A054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25D66E-8EAD-E80E-3452-4F93CA5C4A90}"/>
              </a:ext>
            </a:extLst>
          </p:cNvPr>
          <p:cNvCxnSpPr/>
          <p:nvPr/>
        </p:nvCxnSpPr>
        <p:spPr>
          <a:xfrm rot="5400000" flipH="1" flipV="1">
            <a:off x="31249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93" name="TextBox 13">
            <a:extLst>
              <a:ext uri="{FF2B5EF4-FFF2-40B4-BE49-F238E27FC236}">
                <a16:creationId xmlns:a16="http://schemas.microsoft.com/office/drawing/2014/main" id="{FF0EA9C1-964D-B144-7CB2-121C01FAD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0D7E05-881F-BF66-E5A5-86D3A2CACF83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6400A9-9DAA-2F12-9B44-FCDA14A2AC0D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96" name="TextBox 17">
            <a:extLst>
              <a:ext uri="{FF2B5EF4-FFF2-40B4-BE49-F238E27FC236}">
                <a16:creationId xmlns:a16="http://schemas.microsoft.com/office/drawing/2014/main" id="{A7B1AFEC-1265-AFF0-7EB2-CDC1D36F4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7D5ACCE-E6E0-3829-7F62-60DAD681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8598" name="Slide Number Placeholder 13">
            <a:extLst>
              <a:ext uri="{FF2B5EF4-FFF2-40B4-BE49-F238E27FC236}">
                <a16:creationId xmlns:a16="http://schemas.microsoft.com/office/drawing/2014/main" id="{0AD17BD8-977F-3C29-33A6-640E03962E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A087BD-8D8B-48A3-AA76-5296C5AB1E8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094745A-7EA3-2FD7-C50A-0D1355CD276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40436EE7-63F6-8EA3-B039-C478D4A1152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FF0F481-0966-4159-CEAD-4B7786EDA235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501EAD52-3B89-C838-AA53-E9D0715F0F58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639" name="TextBox 7">
            <a:extLst>
              <a:ext uri="{FF2B5EF4-FFF2-40B4-BE49-F238E27FC236}">
                <a16:creationId xmlns:a16="http://schemas.microsoft.com/office/drawing/2014/main" id="{1D4FC993-0E2F-A20D-ED13-5BB297C5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BC5F28-3249-371B-EAC0-43256D65814E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41" name="TextBox 13">
            <a:extLst>
              <a:ext uri="{FF2B5EF4-FFF2-40B4-BE49-F238E27FC236}">
                <a16:creationId xmlns:a16="http://schemas.microsoft.com/office/drawing/2014/main" id="{32128D3B-A5C8-882A-D8F0-023407ED9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96764-99F0-D083-A4C5-A75630ABF374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248B9B-804E-B826-97A1-5604857F0E93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44" name="TextBox 17">
            <a:extLst>
              <a:ext uri="{FF2B5EF4-FFF2-40B4-BE49-F238E27FC236}">
                <a16:creationId xmlns:a16="http://schemas.microsoft.com/office/drawing/2014/main" id="{970250EC-FA45-E166-4284-DFC191D3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036967F-04D1-12AE-81FA-39C20D76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0646" name="Slide Number Placeholder 13">
            <a:extLst>
              <a:ext uri="{FF2B5EF4-FFF2-40B4-BE49-F238E27FC236}">
                <a16:creationId xmlns:a16="http://schemas.microsoft.com/office/drawing/2014/main" id="{F3A9B174-4E15-2785-BFB0-65B44F4740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63EC70-1544-4D18-B6BF-3550521C1E4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894F5C6-8560-C9FC-F9C3-E5757853AD5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B7872248-05B1-9DC9-9D1E-A8C8CA56310A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6A072039-6E5D-34A7-C80D-71B4B1162C68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B4F4861F-B8E3-30B4-8014-CB6B3B2CE241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87" name="TextBox 7">
            <a:extLst>
              <a:ext uri="{FF2B5EF4-FFF2-40B4-BE49-F238E27FC236}">
                <a16:creationId xmlns:a16="http://schemas.microsoft.com/office/drawing/2014/main" id="{861D4CAA-7033-045F-745D-E35D04F9B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51629E-46F3-4F0C-4460-85B92E1ED959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89" name="TextBox 13">
            <a:extLst>
              <a:ext uri="{FF2B5EF4-FFF2-40B4-BE49-F238E27FC236}">
                <a16:creationId xmlns:a16="http://schemas.microsoft.com/office/drawing/2014/main" id="{1E86065A-D6F4-9F91-7BAE-052369F97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71DEDA-263A-34DD-8B08-11768DA3D3B5}"/>
              </a:ext>
            </a:extLst>
          </p:cNvPr>
          <p:cNvCxnSpPr/>
          <p:nvPr/>
        </p:nvCxnSpPr>
        <p:spPr>
          <a:xfrm rot="5400000" flipH="1" flipV="1">
            <a:off x="68587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7849F3-5EA0-4BCF-ED04-E083ACC8E034}"/>
              </a:ext>
            </a:extLst>
          </p:cNvPr>
          <p:cNvCxnSpPr/>
          <p:nvPr/>
        </p:nvCxnSpPr>
        <p:spPr>
          <a:xfrm rot="5400000" flipH="1" flipV="1">
            <a:off x="6704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92" name="TextBox 17">
            <a:extLst>
              <a:ext uri="{FF2B5EF4-FFF2-40B4-BE49-F238E27FC236}">
                <a16:creationId xmlns:a16="http://schemas.microsoft.com/office/drawing/2014/main" id="{E3A50D57-EDEB-592A-5C98-E771BC941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AC6AED-1057-A3F1-BFD1-D6F373B8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2694" name="Slide Number Placeholder 13">
            <a:extLst>
              <a:ext uri="{FF2B5EF4-FFF2-40B4-BE49-F238E27FC236}">
                <a16:creationId xmlns:a16="http://schemas.microsoft.com/office/drawing/2014/main" id="{A1F4357B-3EE7-B1AD-03A2-F401DCD6B8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750BD6-1C68-4C62-89E7-80FE399424E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6809598-0EDC-2613-274E-8DF915724E8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E84C272-8791-15C8-A443-C7FED703F4E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void</a:t>
            </a:r>
            <a:r>
              <a:rPr lang="en-US" altLang="en-US" sz="2000"/>
              <a:t> mergesort( input_type a[], unsigned int n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input_type *tmp_array;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tmp_array = (input_type *) malloc ( (n) </a:t>
            </a:r>
            <a:r>
              <a:rPr lang="en-US" altLang="en-US" sz="2000">
                <a:solidFill>
                  <a:srgbClr val="0000CC"/>
                </a:solidFill>
              </a:rPr>
              <a:t>* sizeof </a:t>
            </a:r>
            <a:r>
              <a:rPr lang="en-US" altLang="en-US" sz="2000"/>
              <a:t>(input_type)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if</a:t>
            </a:r>
            <a:r>
              <a:rPr lang="en-US" altLang="en-US" sz="2000"/>
              <a:t>( tmp_array != NULL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m_sort( a, tmp_array, 0, n-1 );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free( tmp_array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 }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 else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 cout&lt;&lt;"No space for tmp array!!!”;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}</a:t>
            </a:r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8F0E1-EA58-754D-E52E-DE125705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4693" name="Slide Number Placeholder 4">
            <a:extLst>
              <a:ext uri="{FF2B5EF4-FFF2-40B4-BE49-F238E27FC236}">
                <a16:creationId xmlns:a16="http://schemas.microsoft.com/office/drawing/2014/main" id="{ECDAAB8D-7B17-7552-1976-17A55CABBD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AE34B0-0C4F-4651-8E18-B4024E87B42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E26983-9D94-946C-3C3C-99E26CF3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09800"/>
            <a:ext cx="72390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tmp_array = </a:t>
            </a:r>
            <a:r>
              <a:rPr lang="en-US" altLang="en-US" sz="2000">
                <a:solidFill>
                  <a:srgbClr val="0000CC"/>
                </a:solidFill>
              </a:rPr>
              <a:t>new</a:t>
            </a:r>
            <a:r>
              <a:rPr lang="en-US" altLang="en-US" sz="2000"/>
              <a:t> input_type [</a:t>
            </a:r>
            <a:r>
              <a:rPr lang="en-US" altLang="en-US" sz="600"/>
              <a:t> </a:t>
            </a:r>
            <a:r>
              <a:rPr lang="en-US" altLang="en-US" sz="2000"/>
              <a:t>n];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D37A4B-F80D-D028-C704-56965833F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733800"/>
            <a:ext cx="3581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delete [](temp_array);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770FAB-70CD-A31F-F274-85DB01E0B6E6}"/>
              </a:ext>
            </a:extLst>
          </p:cNvPr>
          <p:cNvSpPr/>
          <p:nvPr/>
        </p:nvSpPr>
        <p:spPr>
          <a:xfrm>
            <a:off x="496888" y="3810000"/>
            <a:ext cx="43799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8F2DDF-6858-652E-23E6-B08A55F503B1}"/>
              </a:ext>
            </a:extLst>
          </p:cNvPr>
          <p:cNvSpPr/>
          <p:nvPr/>
        </p:nvSpPr>
        <p:spPr>
          <a:xfrm>
            <a:off x="493713" y="4114800"/>
            <a:ext cx="47244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61E20B-68A5-A696-2B95-C9FBDEAADCBD}"/>
              </a:ext>
            </a:extLst>
          </p:cNvPr>
          <p:cNvSpPr/>
          <p:nvPr/>
        </p:nvSpPr>
        <p:spPr>
          <a:xfrm>
            <a:off x="496888" y="3416300"/>
            <a:ext cx="39227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CE396-5EA6-DC70-0779-F732F5518973}"/>
              </a:ext>
            </a:extLst>
          </p:cNvPr>
          <p:cNvSpPr/>
          <p:nvPr/>
        </p:nvSpPr>
        <p:spPr>
          <a:xfrm>
            <a:off x="508000" y="2971800"/>
            <a:ext cx="29718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EC130797-764F-FA7D-EAB3-885E7C8F987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</a:t>
            </a:r>
          </a:p>
        </p:txBody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9BBB8E69-4096-3C87-4CE1-EF15F8E3F1A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1066800"/>
            <a:ext cx="79248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void</a:t>
            </a:r>
            <a:r>
              <a:rPr lang="en-US" altLang="en-US" sz="2000"/>
              <a:t> m_sort( input_type a[], input_type tmp_array[ ], int left, int right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int center;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if</a:t>
            </a:r>
            <a:r>
              <a:rPr lang="en-US" altLang="en-US" sz="2000"/>
              <a:t>( left </a:t>
            </a:r>
            <a:r>
              <a:rPr lang="en-US" altLang="en-US" sz="2000" b="1"/>
              <a:t>&lt;</a:t>
            </a:r>
            <a:r>
              <a:rPr lang="en-US" altLang="en-US" sz="2000"/>
              <a:t> right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center = (left + right) / 2;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m_sort( a, tmp_array, left, center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m_sort( a, tmp_array, center+1, right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merge( a, tmp_array, left, center+1, right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}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}</a:t>
            </a:r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C99E5-C4A0-BEAD-DCFB-ADF7AC4E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6745" name="Slide Number Placeholder 4">
            <a:extLst>
              <a:ext uri="{FF2B5EF4-FFF2-40B4-BE49-F238E27FC236}">
                <a16:creationId xmlns:a16="http://schemas.microsoft.com/office/drawing/2014/main" id="{5227D579-86E8-8AAA-FE39-F2C7BD824C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F1FED9-53F7-4415-9403-ECD20F6F25E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82F99-71F4-D8F6-85D8-790F6959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921000"/>
            <a:ext cx="44545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Calculate the </a:t>
            </a:r>
            <a:r>
              <a:rPr lang="en-US" altLang="en-US" sz="1800" b="1">
                <a:solidFill>
                  <a:srgbClr val="FF0000"/>
                </a:solidFill>
              </a:rPr>
              <a:t>centre</a:t>
            </a:r>
            <a:r>
              <a:rPr lang="en-US" altLang="en-US" sz="1800">
                <a:solidFill>
                  <a:srgbClr val="FF0000"/>
                </a:solidFill>
              </a:rPr>
              <a:t> index of the input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0667B-BC06-9031-CAB6-8C885E279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3200400"/>
            <a:ext cx="410845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Recursively call the </a:t>
            </a:r>
            <a:r>
              <a:rPr lang="en-US" altLang="en-US" sz="1800" b="1">
                <a:solidFill>
                  <a:srgbClr val="FF0000"/>
                </a:solidFill>
              </a:rPr>
              <a:t>m_sort</a:t>
            </a:r>
            <a:r>
              <a:rPr lang="en-US" altLang="en-US" sz="1800">
                <a:solidFill>
                  <a:srgbClr val="FF0000"/>
                </a:solidFill>
              </a:rPr>
              <a:t> procedure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for the </a:t>
            </a:r>
            <a:r>
              <a:rPr lang="en-US" altLang="en-US" sz="1800" b="1">
                <a:solidFill>
                  <a:srgbClr val="FF0000"/>
                </a:solidFill>
              </a:rPr>
              <a:t>left-half</a:t>
            </a:r>
            <a:r>
              <a:rPr lang="en-US" altLang="en-US" sz="1800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89FD1-7952-8CAA-32CB-14FEFEA5E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3505200"/>
            <a:ext cx="4173538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Recursively call the </a:t>
            </a:r>
            <a:r>
              <a:rPr lang="en-US" altLang="en-US" sz="1800" b="1">
                <a:solidFill>
                  <a:srgbClr val="FF0000"/>
                </a:solidFill>
              </a:rPr>
              <a:t>m_sort</a:t>
            </a:r>
            <a:r>
              <a:rPr lang="en-US" altLang="en-US" sz="1800">
                <a:solidFill>
                  <a:srgbClr val="FF0000"/>
                </a:solidFill>
              </a:rPr>
              <a:t> procedure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for the </a:t>
            </a:r>
            <a:r>
              <a:rPr lang="en-US" altLang="en-US" sz="1800" b="1">
                <a:solidFill>
                  <a:srgbClr val="FF0000"/>
                </a:solidFill>
              </a:rPr>
              <a:t>right-half</a:t>
            </a:r>
            <a:r>
              <a:rPr lang="en-US" altLang="en-US" sz="1800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DB66D-4601-67F0-0B4B-0C3DB3BFF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4154488"/>
            <a:ext cx="281305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Merge</a:t>
            </a:r>
            <a:r>
              <a:rPr lang="en-US" altLang="en-US" sz="1800">
                <a:solidFill>
                  <a:srgbClr val="FF0000"/>
                </a:solidFill>
              </a:rPr>
              <a:t> the two sorted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1" grpId="0" animBg="1"/>
      <p:bldP spid="11" grpId="1" animBg="1"/>
      <p:bldP spid="10" grpId="0" animBg="1"/>
      <p:bldP spid="10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7866322-5F3D-5F65-6CE2-533EB37031BC}"/>
              </a:ext>
            </a:extLst>
          </p:cNvPr>
          <p:cNvSpPr/>
          <p:nvPr/>
        </p:nvSpPr>
        <p:spPr>
          <a:xfrm>
            <a:off x="228600" y="5791200"/>
            <a:ext cx="40386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77091F-CEAA-AB56-FC73-DEF99E15510C}"/>
              </a:ext>
            </a:extLst>
          </p:cNvPr>
          <p:cNvSpPr/>
          <p:nvPr/>
        </p:nvSpPr>
        <p:spPr>
          <a:xfrm>
            <a:off x="215900" y="4886325"/>
            <a:ext cx="34290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08BC2-E375-E0AB-F608-80E83610EDCA}"/>
              </a:ext>
            </a:extLst>
          </p:cNvPr>
          <p:cNvSpPr/>
          <p:nvPr/>
        </p:nvSpPr>
        <p:spPr>
          <a:xfrm>
            <a:off x="215900" y="4254500"/>
            <a:ext cx="34290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C19DD2-99AB-D017-86D3-B7E0EDB8D677}"/>
              </a:ext>
            </a:extLst>
          </p:cNvPr>
          <p:cNvSpPr/>
          <p:nvPr/>
        </p:nvSpPr>
        <p:spPr>
          <a:xfrm>
            <a:off x="228600" y="3048000"/>
            <a:ext cx="3962400" cy="11430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04A6CB9-B467-944C-286D-68E465D6E6C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procedure</a:t>
            </a:r>
          </a:p>
        </p:txBody>
      </p:sp>
      <p:sp>
        <p:nvSpPr>
          <p:cNvPr id="118791" name="Rectangle 3">
            <a:extLst>
              <a:ext uri="{FF2B5EF4-FFF2-40B4-BE49-F238E27FC236}">
                <a16:creationId xmlns:a16="http://schemas.microsoft.com/office/drawing/2014/main" id="{4F3A5A9F-1258-EE0B-0151-872547FE911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563563"/>
            <a:ext cx="7924800" cy="4846637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void</a:t>
            </a:r>
            <a:r>
              <a:rPr lang="en-US" altLang="en-US" sz="1500"/>
              <a:t> merge(input_type a[], input_type tmp_array[], int left, int center_plus, int right_end) 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int i, left_end, num_elements, new_pos;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left_end = centre_plus - 1;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right = center_plus;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new_pos = left;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num_elements = right_end - left + 1;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/* main loop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((left &lt;= left_end) &amp;&amp; (right &lt;= right_end))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if</a:t>
            </a:r>
            <a:r>
              <a:rPr lang="en-US" altLang="en-US" sz="1500"/>
              <a:t> (a[left] &lt;= a[right])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a[left++];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else</a:t>
            </a:r>
            <a:r>
              <a:rPr lang="en-US" altLang="en-US" sz="1500"/>
              <a:t>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(left &lt;= left_end)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a[left++];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(right &lt;= right_end)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FF0000"/>
                </a:solidFill>
              </a:rPr>
              <a:t> /* copy tmp_array back to the main list a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for</a:t>
            </a:r>
            <a:r>
              <a:rPr lang="en-US" altLang="en-US" sz="1500"/>
              <a:t> (i = 1; i &lt;= num_elements; i++, right_end--)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a[right_end] = tmp_array[right_end];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}</a:t>
            </a:r>
            <a:endParaRPr lang="en-US" altLang="en-US" sz="15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A8F93-C03B-B3C9-5D1B-56FF4247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8793" name="Slide Number Placeholder 4">
            <a:extLst>
              <a:ext uri="{FF2B5EF4-FFF2-40B4-BE49-F238E27FC236}">
                <a16:creationId xmlns:a16="http://schemas.microsoft.com/office/drawing/2014/main" id="{5E3AFCED-8F3B-89F8-FC66-DDEEF84F49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2D61B9-D791-4C4D-8558-631BAAFF528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C644F-0D44-5A63-C405-5D5FF7D5D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62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                   a,                 tmp_array,  left,     center+1,    right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61B4AD-E3A4-4D99-CCB5-197948E73CCD}"/>
              </a:ext>
            </a:extLst>
          </p:cNvPr>
          <p:cNvCxnSpPr/>
          <p:nvPr/>
        </p:nvCxnSpPr>
        <p:spPr>
          <a:xfrm>
            <a:off x="2133600" y="838200"/>
            <a:ext cx="381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B05856-8B7A-7F4D-CA74-E4B75E42E310}"/>
              </a:ext>
            </a:extLst>
          </p:cNvPr>
          <p:cNvCxnSpPr/>
          <p:nvPr/>
        </p:nvCxnSpPr>
        <p:spPr>
          <a:xfrm>
            <a:off x="3505200" y="838200"/>
            <a:ext cx="10668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F0E9D1-1A3F-4E92-4CA5-044305A0CCA0}"/>
              </a:ext>
            </a:extLst>
          </p:cNvPr>
          <p:cNvCxnSpPr/>
          <p:nvPr/>
        </p:nvCxnSpPr>
        <p:spPr>
          <a:xfrm>
            <a:off x="4648200" y="836613"/>
            <a:ext cx="381000" cy="1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084B13-7489-8D87-D464-A76C47527E1E}"/>
              </a:ext>
            </a:extLst>
          </p:cNvPr>
          <p:cNvCxnSpPr/>
          <p:nvPr/>
        </p:nvCxnSpPr>
        <p:spPr>
          <a:xfrm>
            <a:off x="5562600" y="838200"/>
            <a:ext cx="8382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E40E81-7863-2CA4-4846-AB1BFFB4BA03}"/>
              </a:ext>
            </a:extLst>
          </p:cNvPr>
          <p:cNvCxnSpPr/>
          <p:nvPr/>
        </p:nvCxnSpPr>
        <p:spPr>
          <a:xfrm>
            <a:off x="6629400" y="838200"/>
            <a:ext cx="381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832E40-1E57-5F75-71D5-211A160A7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1447800"/>
            <a:ext cx="2654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Mark the end of the left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A70F25-B8A6-00EA-A928-F5A1B9AA5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3751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Initialize the index pointer of the new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temp_array</a:t>
            </a:r>
            <a:r>
              <a:rPr lang="en-US" altLang="en-US" sz="1600">
                <a:solidFill>
                  <a:srgbClr val="FF0000"/>
                </a:solidFill>
              </a:rPr>
              <a:t> to the start of the left array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D1A144-0A7B-3F46-CF80-1F62EB77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108200"/>
            <a:ext cx="375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Calculate the total number of elements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 the current </a:t>
            </a:r>
            <a:r>
              <a:rPr lang="en-US" altLang="en-US" sz="1600" b="1">
                <a:solidFill>
                  <a:srgbClr val="FF0000"/>
                </a:solidFill>
              </a:rPr>
              <a:t>merged list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A5A9C6-AB3E-2C9E-FE3F-676E8A6F1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2678113"/>
            <a:ext cx="30353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While both the input lists still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have elements to be processed</a:t>
            </a:r>
            <a:endParaRPr lang="en-US" altLang="en-US" sz="16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F96E9-1F61-DE5A-AB72-6E9D84A8A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124200"/>
            <a:ext cx="4057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Copy the smaller of the two elements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Pointed by</a:t>
            </a:r>
            <a:r>
              <a:rPr lang="en-US" altLang="en-US" sz="1600" b="1">
                <a:solidFill>
                  <a:srgbClr val="FF0000"/>
                </a:solidFill>
              </a:rPr>
              <a:t> l_pos </a:t>
            </a:r>
            <a:r>
              <a:rPr lang="en-US" altLang="en-US" sz="1600">
                <a:solidFill>
                  <a:srgbClr val="FF0000"/>
                </a:solidFill>
              </a:rPr>
              <a:t>and</a:t>
            </a:r>
            <a:r>
              <a:rPr lang="en-US" altLang="en-US" sz="1600" b="1">
                <a:solidFill>
                  <a:srgbClr val="FF0000"/>
                </a:solidFill>
              </a:rPr>
              <a:t> r_pos, </a:t>
            </a:r>
            <a:r>
              <a:rPr lang="en-US" altLang="en-US" sz="1600">
                <a:solidFill>
                  <a:srgbClr val="FF0000"/>
                </a:solidFill>
              </a:rPr>
              <a:t>respectively,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into the </a:t>
            </a:r>
            <a:r>
              <a:rPr lang="en-US" altLang="en-US" sz="1600" b="1">
                <a:solidFill>
                  <a:srgbClr val="FF0000"/>
                </a:solidFill>
              </a:rPr>
              <a:t>temp_array.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04117B-3552-5734-7903-85315E8F6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852863"/>
            <a:ext cx="37671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Increment the respective index pointers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7B234B-799B-6FBC-BA7F-2DDEFCDEE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4191000"/>
            <a:ext cx="5199062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If only the </a:t>
            </a:r>
            <a:r>
              <a:rPr lang="en-US" altLang="en-US" sz="1600" b="1">
                <a:solidFill>
                  <a:srgbClr val="FF0000"/>
                </a:solidFill>
              </a:rPr>
              <a:t>left input list</a:t>
            </a:r>
            <a:r>
              <a:rPr lang="en-US" altLang="en-US" sz="1600">
                <a:solidFill>
                  <a:srgbClr val="FF0000"/>
                </a:solidFill>
              </a:rPr>
              <a:t> has elements to be processed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D5F9F-E8A9-E99E-F692-CD4C253C4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4840288"/>
            <a:ext cx="53006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If only the </a:t>
            </a:r>
            <a:r>
              <a:rPr lang="en-US" altLang="en-US" sz="1600" b="1">
                <a:solidFill>
                  <a:srgbClr val="FF0000"/>
                </a:solidFill>
              </a:rPr>
              <a:t>right input list</a:t>
            </a:r>
            <a:r>
              <a:rPr lang="en-US" altLang="en-US" sz="1600">
                <a:solidFill>
                  <a:srgbClr val="FF0000"/>
                </a:solidFill>
              </a:rPr>
              <a:t> has elements to be processed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50E5C-3BBA-52D5-E0EC-62A773047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524375"/>
            <a:ext cx="2473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/* copy rest of first half */</a:t>
            </a:r>
            <a:r>
              <a:rPr lang="en-US" altLang="en-US" sz="160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1392D-0753-B724-8F4E-D3C9753E5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5116513"/>
            <a:ext cx="28019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/* copy rest of second half */ </a:t>
            </a:r>
            <a:endParaRPr lang="en-US" altLang="en-US" sz="160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C0EDD4-46C6-9893-1CF3-5902521D69CC}"/>
              </a:ext>
            </a:extLst>
          </p:cNvPr>
          <p:cNvCxnSpPr>
            <a:cxnSpLocks/>
          </p:cNvCxnSpPr>
          <p:nvPr/>
        </p:nvCxnSpPr>
        <p:spPr>
          <a:xfrm>
            <a:off x="304800" y="1490663"/>
            <a:ext cx="2133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D63C59-247C-AFEF-52FB-7004BC609F7F}"/>
              </a:ext>
            </a:extLst>
          </p:cNvPr>
          <p:cNvCxnSpPr/>
          <p:nvPr/>
        </p:nvCxnSpPr>
        <p:spPr>
          <a:xfrm>
            <a:off x="228600" y="2057400"/>
            <a:ext cx="17526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44A64B-E1C2-15B1-0D66-7F6A580D07E5}"/>
              </a:ext>
            </a:extLst>
          </p:cNvPr>
          <p:cNvCxnSpPr/>
          <p:nvPr/>
        </p:nvCxnSpPr>
        <p:spPr>
          <a:xfrm flipV="1">
            <a:off x="228600" y="2362200"/>
            <a:ext cx="2895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F89B01-2102-32C7-4401-1D9F2D4D602D}"/>
              </a:ext>
            </a:extLst>
          </p:cNvPr>
          <p:cNvCxnSpPr>
            <a:endCxn id="20" idx="1"/>
          </p:cNvCxnSpPr>
          <p:nvPr/>
        </p:nvCxnSpPr>
        <p:spPr>
          <a:xfrm>
            <a:off x="228600" y="2959100"/>
            <a:ext cx="4652963" cy="1111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7DFA16B-1E80-9126-4495-1633CC496A7E}"/>
              </a:ext>
            </a:extLst>
          </p:cNvPr>
          <p:cNvCxnSpPr/>
          <p:nvPr/>
        </p:nvCxnSpPr>
        <p:spPr>
          <a:xfrm rot="10800000">
            <a:off x="3505200" y="3581400"/>
            <a:ext cx="990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5EB13D-3A3D-E25A-A429-A7AD5FFD7C74}"/>
              </a:ext>
            </a:extLst>
          </p:cNvPr>
          <p:cNvCxnSpPr/>
          <p:nvPr/>
        </p:nvCxnSpPr>
        <p:spPr>
          <a:xfrm rot="10800000" flipV="1">
            <a:off x="3962400" y="39624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7DCD139-26DA-D247-76E4-9FD8C9C469B5}"/>
              </a:ext>
            </a:extLst>
          </p:cNvPr>
          <p:cNvCxnSpPr/>
          <p:nvPr/>
        </p:nvCxnSpPr>
        <p:spPr>
          <a:xfrm rot="10800000">
            <a:off x="2286000" y="3581400"/>
            <a:ext cx="2209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B8DB5C-601C-3781-EF10-757E42CD4F2C}"/>
              </a:ext>
            </a:extLst>
          </p:cNvPr>
          <p:cNvCxnSpPr/>
          <p:nvPr/>
        </p:nvCxnSpPr>
        <p:spPr>
          <a:xfrm rot="10800000">
            <a:off x="2590800" y="3962400"/>
            <a:ext cx="1981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Group 3">
            <a:extLst>
              <a:ext uri="{FF2B5EF4-FFF2-40B4-BE49-F238E27FC236}">
                <a16:creationId xmlns:a16="http://schemas.microsoft.com/office/drawing/2014/main" id="{2F1CB15F-F079-7588-30C0-BE0529A39A5C}"/>
              </a:ext>
            </a:extLst>
          </p:cNvPr>
          <p:cNvGraphicFramePr>
            <a:graphicFrameLocks/>
          </p:cNvGraphicFramePr>
          <p:nvPr/>
        </p:nvGraphicFramePr>
        <p:xfrm>
          <a:off x="2895600" y="1143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18B9CDB-FFB6-58F9-875E-AEFBD472824B}"/>
              </a:ext>
            </a:extLst>
          </p:cNvPr>
          <p:cNvCxnSpPr>
            <a:cxnSpLocks/>
          </p:cNvCxnSpPr>
          <p:nvPr/>
        </p:nvCxnSpPr>
        <p:spPr>
          <a:xfrm flipH="1">
            <a:off x="3276600" y="990600"/>
            <a:ext cx="16637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03DD8B-AFD3-968D-F62D-5F16A31B0AB4}"/>
              </a:ext>
            </a:extLst>
          </p:cNvPr>
          <p:cNvCxnSpPr>
            <a:cxnSpLocks/>
          </p:cNvCxnSpPr>
          <p:nvPr/>
        </p:nvCxnSpPr>
        <p:spPr>
          <a:xfrm>
            <a:off x="6059488" y="1066800"/>
            <a:ext cx="265112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3980067-92FF-DB2E-6A8E-7002614BE34F}"/>
              </a:ext>
            </a:extLst>
          </p:cNvPr>
          <p:cNvCxnSpPr>
            <a:cxnSpLocks/>
          </p:cNvCxnSpPr>
          <p:nvPr/>
        </p:nvCxnSpPr>
        <p:spPr>
          <a:xfrm>
            <a:off x="7010400" y="1066800"/>
            <a:ext cx="14478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A07036-6379-85FE-01C9-D2B11D7E562B}"/>
              </a:ext>
            </a:extLst>
          </p:cNvPr>
          <p:cNvCxnSpPr>
            <a:cxnSpLocks/>
          </p:cNvCxnSpPr>
          <p:nvPr/>
        </p:nvCxnSpPr>
        <p:spPr>
          <a:xfrm flipV="1">
            <a:off x="2438400" y="1295400"/>
            <a:ext cx="3048000" cy="1889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5D0526-60B0-7C51-FEE7-A5F03A939C2F}"/>
              </a:ext>
            </a:extLst>
          </p:cNvPr>
          <p:cNvCxnSpPr/>
          <p:nvPr/>
        </p:nvCxnSpPr>
        <p:spPr>
          <a:xfrm flipV="1">
            <a:off x="1676400" y="1371600"/>
            <a:ext cx="1524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 animBg="1"/>
      <p:bldP spid="38" grpId="1" animBg="1"/>
      <p:bldP spid="37" grpId="0" animBg="1"/>
      <p:bldP spid="37" grpId="1" animBg="1"/>
      <p:bldP spid="35" grpId="0" animBg="1"/>
      <p:bldP spid="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2" grpId="0"/>
      <p:bldP spid="22" grpId="1"/>
      <p:bldP spid="23" grpId="0" animBg="1"/>
      <p:bldP spid="23" grpId="1" animBg="1"/>
      <p:bldP spid="24" grpId="0" animBg="1"/>
      <p:bldP spid="24" grpId="1" animBg="1"/>
      <p:bldP spid="25" grpId="0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26FF4C9-B7E5-18DE-49BD-BE0DE631E73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procedure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18E0D7C4-7885-BB8E-851E-D49E6FEE61E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533400"/>
            <a:ext cx="7696200" cy="6096000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void</a:t>
            </a:r>
            <a:r>
              <a:rPr lang="en-US" altLang="en-US" sz="1500"/>
              <a:t> merge(input_type a[], input_type tmp_array[], int left, int center_plus, int right_end) 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int i, left_end, num_elements, new_pos;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left_end = centre_plus - 1;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right = center_plus;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new_pos = left;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num_elements = right_end - left + 1;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/* main loop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((left &lt;= left_end) &amp;&amp; (right &lt;= right_end))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if</a:t>
            </a:r>
            <a:r>
              <a:rPr lang="en-US" altLang="en-US" sz="1500"/>
              <a:t> (a[left] &lt;= a[right])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a[left++];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else</a:t>
            </a:r>
            <a:r>
              <a:rPr lang="en-US" altLang="en-US" sz="1500"/>
              <a:t>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(left &lt;= left_end)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a[left++];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(right &lt;= right_end)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FF0000"/>
                </a:solidFill>
              </a:rPr>
              <a:t> /* copy tmp_array back to the main list a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for</a:t>
            </a:r>
            <a:r>
              <a:rPr lang="en-US" altLang="en-US" sz="1500"/>
              <a:t> (i = 1; i &lt;= num_elements; i++, right_end--)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a[right_end] = tmp_array[right_end];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}</a:t>
            </a:r>
            <a:endParaRPr lang="en-US" altLang="en-US" sz="150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49C32F82-6E22-7800-087D-EDF08310753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228600" y="0"/>
            <a:ext cx="7924800" cy="51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28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Example (recursive Function Calls)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DA6F203B-2C27-0511-421A-39D09F74BA46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8425" y="12954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CBCE86C-99B2-FD6E-A3AD-0724E40F2149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48910-C887-F914-765C-28B64972B3B2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7CBF4-8594-DA65-DCA6-CC7E7ECEE1FE}"/>
              </a:ext>
            </a:extLst>
          </p:cNvPr>
          <p:cNvSpPr/>
          <p:nvPr/>
        </p:nvSpPr>
        <p:spPr>
          <a:xfrm>
            <a:off x="0" y="2243138"/>
            <a:ext cx="40386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DFC410-9F63-F0E6-2AAC-5ADA6D99C87D}"/>
              </a:ext>
            </a:extLst>
          </p:cNvPr>
          <p:cNvSpPr/>
          <p:nvPr/>
        </p:nvSpPr>
        <p:spPr>
          <a:xfrm>
            <a:off x="4114800" y="2230438"/>
            <a:ext cx="4038600" cy="3937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01F84-C379-135B-5B49-80B44929A759}"/>
              </a:ext>
            </a:extLst>
          </p:cNvPr>
          <p:cNvSpPr/>
          <p:nvPr/>
        </p:nvSpPr>
        <p:spPr>
          <a:xfrm>
            <a:off x="42863" y="3849688"/>
            <a:ext cx="1981200" cy="4159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6DD1A5-7715-9149-2579-8B3956B75677}"/>
              </a:ext>
            </a:extLst>
          </p:cNvPr>
          <p:cNvSpPr/>
          <p:nvPr/>
        </p:nvSpPr>
        <p:spPr>
          <a:xfrm>
            <a:off x="2085975" y="3843338"/>
            <a:ext cx="20574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DD98F-6FBD-2DB2-4665-52DA5952262E}"/>
              </a:ext>
            </a:extLst>
          </p:cNvPr>
          <p:cNvSpPr/>
          <p:nvPr/>
        </p:nvSpPr>
        <p:spPr>
          <a:xfrm>
            <a:off x="4233863" y="3814763"/>
            <a:ext cx="1981200" cy="4572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92E4EE-6560-2218-A462-942D2725B8C9}"/>
              </a:ext>
            </a:extLst>
          </p:cNvPr>
          <p:cNvSpPr/>
          <p:nvPr/>
        </p:nvSpPr>
        <p:spPr>
          <a:xfrm>
            <a:off x="6332538" y="3810000"/>
            <a:ext cx="1905000" cy="4635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927B2-7916-4C4D-DA32-9ECF559967E1}"/>
              </a:ext>
            </a:extLst>
          </p:cNvPr>
          <p:cNvSpPr/>
          <p:nvPr/>
        </p:nvSpPr>
        <p:spPr>
          <a:xfrm>
            <a:off x="2133600" y="1724025"/>
            <a:ext cx="4038600" cy="44291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CB799E-CD00-6D5D-0114-303DC024D4B9}"/>
              </a:ext>
            </a:extLst>
          </p:cNvPr>
          <p:cNvSpPr/>
          <p:nvPr/>
        </p:nvSpPr>
        <p:spPr>
          <a:xfrm>
            <a:off x="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7093DE-3A7C-B427-9ABF-E5C87B1D8D7B}"/>
              </a:ext>
            </a:extLst>
          </p:cNvPr>
          <p:cNvSpPr/>
          <p:nvPr/>
        </p:nvSpPr>
        <p:spPr>
          <a:xfrm>
            <a:off x="99060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9265A5-366A-FAB9-0B0F-A1B6A8536F4B}"/>
              </a:ext>
            </a:extLst>
          </p:cNvPr>
          <p:cNvSpPr/>
          <p:nvPr/>
        </p:nvSpPr>
        <p:spPr>
          <a:xfrm>
            <a:off x="21050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57C68D-C449-6797-3A2C-178B6B1E6143}"/>
              </a:ext>
            </a:extLst>
          </p:cNvPr>
          <p:cNvSpPr/>
          <p:nvPr/>
        </p:nvSpPr>
        <p:spPr>
          <a:xfrm>
            <a:off x="30956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09C0EA-9509-EDA4-3BB5-7CFB4CD3774C}"/>
              </a:ext>
            </a:extLst>
          </p:cNvPr>
          <p:cNvSpPr/>
          <p:nvPr/>
        </p:nvSpPr>
        <p:spPr>
          <a:xfrm>
            <a:off x="42386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FF3BF9-6952-5031-9CD9-24C6C3068DD1}"/>
              </a:ext>
            </a:extLst>
          </p:cNvPr>
          <p:cNvSpPr/>
          <p:nvPr/>
        </p:nvSpPr>
        <p:spPr>
          <a:xfrm>
            <a:off x="52292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FD4A7E-86AA-07B3-C35C-42FB74B139E2}"/>
              </a:ext>
            </a:extLst>
          </p:cNvPr>
          <p:cNvSpPr/>
          <p:nvPr/>
        </p:nvSpPr>
        <p:spPr>
          <a:xfrm>
            <a:off x="63452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8DD06B-FE13-E4A0-9B1E-BFD309EECD9E}"/>
              </a:ext>
            </a:extLst>
          </p:cNvPr>
          <p:cNvSpPr/>
          <p:nvPr/>
        </p:nvSpPr>
        <p:spPr>
          <a:xfrm>
            <a:off x="73358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C42406-D8C7-3DD4-FA78-F37D7A50B82E}"/>
              </a:ext>
            </a:extLst>
          </p:cNvPr>
          <p:cNvSpPr/>
          <p:nvPr/>
        </p:nvSpPr>
        <p:spPr>
          <a:xfrm>
            <a:off x="228600" y="43576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F00848-E455-26F3-E7BE-FE81FE9E255F}"/>
              </a:ext>
            </a:extLst>
          </p:cNvPr>
          <p:cNvSpPr/>
          <p:nvPr/>
        </p:nvSpPr>
        <p:spPr>
          <a:xfrm>
            <a:off x="4267200" y="43434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D30FD2-AD3D-228F-F656-9A3497D496D3}"/>
              </a:ext>
            </a:extLst>
          </p:cNvPr>
          <p:cNvSpPr/>
          <p:nvPr/>
        </p:nvSpPr>
        <p:spPr>
          <a:xfrm>
            <a:off x="0" y="6110288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4BAB7B-BB62-D1A7-CA5A-32FACCE9813A}"/>
              </a:ext>
            </a:extLst>
          </p:cNvPr>
          <p:cNvSpPr/>
          <p:nvPr/>
        </p:nvSpPr>
        <p:spPr>
          <a:xfrm>
            <a:off x="2181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07CAEA-F2C1-DC21-EC19-76F546D721CF}"/>
              </a:ext>
            </a:extLst>
          </p:cNvPr>
          <p:cNvSpPr/>
          <p:nvPr/>
        </p:nvSpPr>
        <p:spPr>
          <a:xfrm>
            <a:off x="4267200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7038EE-0895-0690-3625-2985531F34CB}"/>
              </a:ext>
            </a:extLst>
          </p:cNvPr>
          <p:cNvSpPr/>
          <p:nvPr/>
        </p:nvSpPr>
        <p:spPr>
          <a:xfrm>
            <a:off x="6372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57581147-961A-423C-92F8-3BC7F5FF15DB}"/>
              </a:ext>
            </a:extLst>
          </p:cNvPr>
          <p:cNvGraphicFramePr>
            <a:graphicFrameLocks/>
          </p:cNvGraphicFramePr>
          <p:nvPr/>
        </p:nvGraphicFramePr>
        <p:xfrm>
          <a:off x="73025" y="2700338"/>
          <a:ext cx="3875088" cy="381000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6510484D-D57A-C7D9-28FA-9687CDF46192}"/>
              </a:ext>
            </a:extLst>
          </p:cNvPr>
          <p:cNvGraphicFramePr>
            <a:graphicFrameLocks/>
          </p:cNvGraphicFramePr>
          <p:nvPr/>
        </p:nvGraphicFramePr>
        <p:xfrm>
          <a:off x="4252913" y="2700338"/>
          <a:ext cx="38862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35EF8F2-BD72-28C4-32F2-5D1CB6559577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352800"/>
          <a:ext cx="1600200" cy="381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E1D993A-9A7D-106C-7FD1-5E46D7F30EDB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352800"/>
          <a:ext cx="1905000" cy="3810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B8D34B0-0CF3-BC28-D333-E649B8E3BF09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332163"/>
          <a:ext cx="1752600" cy="3810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BEF24CB-6C16-9AE7-AC7D-12443FAB177B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346450"/>
          <a:ext cx="19431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45D4F26-594B-0332-78C6-911385AED5EC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900F7547-1FED-A73A-617E-9C1A66CABE10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7D62EA7-FA1B-843E-A5A6-CFE4BFDB3E89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63E58F1B-5BD2-7C58-38A6-35AB0BF4526E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E243A762-5F59-BB2B-3FA6-488C3EF23DBB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5105400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9B51032A-4B8A-8C2D-4F89-5089BDA10936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509111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F657BE62-0D4D-9A86-020B-938E10963F29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5099050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F320CAC-26C2-0C00-053E-C094DE4AEBFF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5091113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595A4002-1791-2A45-D9A1-E3D5EC91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3031" name="Slide Number Placeholder 44">
            <a:extLst>
              <a:ext uri="{FF2B5EF4-FFF2-40B4-BE49-F238E27FC236}">
                <a16:creationId xmlns:a16="http://schemas.microsoft.com/office/drawing/2014/main" id="{A0415B18-3C53-37CF-CFB3-D7197B5F3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70B966-AE2C-4E85-9069-F8580A2B44A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D1BA8A3-DE02-382E-8EF2-8F4A05EEBDE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6858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 Example (Merging process)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D2943B2A-39E6-6E60-22C9-9A5C46A21192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8425" y="12954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55C99532-76A2-A814-E6C3-8748070BF901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2A8267-75BA-8FA1-D4B4-71FE92AB68D8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0B59F8-0771-4838-5CBF-8B0CF60BBC9C}"/>
              </a:ext>
            </a:extLst>
          </p:cNvPr>
          <p:cNvSpPr/>
          <p:nvPr/>
        </p:nvSpPr>
        <p:spPr>
          <a:xfrm>
            <a:off x="0" y="2159000"/>
            <a:ext cx="4038600" cy="2714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383FD-8908-0138-CEE9-161D7AFA135F}"/>
              </a:ext>
            </a:extLst>
          </p:cNvPr>
          <p:cNvSpPr/>
          <p:nvPr/>
        </p:nvSpPr>
        <p:spPr>
          <a:xfrm>
            <a:off x="4114800" y="2146300"/>
            <a:ext cx="4038600" cy="2841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A1425-1A9F-CA1C-0BDB-21E7B6E744C8}"/>
              </a:ext>
            </a:extLst>
          </p:cNvPr>
          <p:cNvSpPr/>
          <p:nvPr/>
        </p:nvSpPr>
        <p:spPr>
          <a:xfrm>
            <a:off x="42863" y="3468688"/>
            <a:ext cx="1981200" cy="2460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F09B27-C448-E63E-72F4-9D437E72EED2}"/>
              </a:ext>
            </a:extLst>
          </p:cNvPr>
          <p:cNvSpPr/>
          <p:nvPr/>
        </p:nvSpPr>
        <p:spPr>
          <a:xfrm>
            <a:off x="2085975" y="3462338"/>
            <a:ext cx="2057400" cy="2508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D3FCA6-B5E3-642E-7416-CC8BB923B1EA}"/>
              </a:ext>
            </a:extLst>
          </p:cNvPr>
          <p:cNvSpPr/>
          <p:nvPr/>
        </p:nvSpPr>
        <p:spPr>
          <a:xfrm>
            <a:off x="4233863" y="3433763"/>
            <a:ext cx="19812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A34EDC-1A31-44D6-94ED-6BFF0454DD2A}"/>
              </a:ext>
            </a:extLst>
          </p:cNvPr>
          <p:cNvSpPr/>
          <p:nvPr/>
        </p:nvSpPr>
        <p:spPr>
          <a:xfrm>
            <a:off x="6332538" y="3429000"/>
            <a:ext cx="1905000" cy="274638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6345F8-7E06-BFFC-A2B6-497E846207A2}"/>
              </a:ext>
            </a:extLst>
          </p:cNvPr>
          <p:cNvSpPr/>
          <p:nvPr/>
        </p:nvSpPr>
        <p:spPr>
          <a:xfrm>
            <a:off x="2133600" y="1724025"/>
            <a:ext cx="4038600" cy="3333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5546DA-B78B-DDE4-E557-DE5CAC6CA5A5}"/>
              </a:ext>
            </a:extLst>
          </p:cNvPr>
          <p:cNvSpPr/>
          <p:nvPr/>
        </p:nvSpPr>
        <p:spPr>
          <a:xfrm>
            <a:off x="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0D1015-35B6-A444-DFFD-A9D8F515C790}"/>
              </a:ext>
            </a:extLst>
          </p:cNvPr>
          <p:cNvSpPr/>
          <p:nvPr/>
        </p:nvSpPr>
        <p:spPr>
          <a:xfrm>
            <a:off x="99060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2DC3CF-BC6E-05AC-2878-5AFB5B46B4A6}"/>
              </a:ext>
            </a:extLst>
          </p:cNvPr>
          <p:cNvSpPr/>
          <p:nvPr/>
        </p:nvSpPr>
        <p:spPr>
          <a:xfrm>
            <a:off x="21050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F2E69A-8B8D-BD1C-FCFA-ACD270F157BC}"/>
              </a:ext>
            </a:extLst>
          </p:cNvPr>
          <p:cNvSpPr/>
          <p:nvPr/>
        </p:nvSpPr>
        <p:spPr>
          <a:xfrm>
            <a:off x="30956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B65AD9-C3F6-145F-0667-324A92ECC3C0}"/>
              </a:ext>
            </a:extLst>
          </p:cNvPr>
          <p:cNvSpPr/>
          <p:nvPr/>
        </p:nvSpPr>
        <p:spPr>
          <a:xfrm>
            <a:off x="42386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819735-2169-4234-639B-00F546D6DD77}"/>
              </a:ext>
            </a:extLst>
          </p:cNvPr>
          <p:cNvSpPr/>
          <p:nvPr/>
        </p:nvSpPr>
        <p:spPr>
          <a:xfrm>
            <a:off x="52292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F57286-4F55-6892-1762-252D2F46E803}"/>
              </a:ext>
            </a:extLst>
          </p:cNvPr>
          <p:cNvSpPr/>
          <p:nvPr/>
        </p:nvSpPr>
        <p:spPr>
          <a:xfrm>
            <a:off x="63452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C002E5-67C3-33F1-1127-29963E3B2E3B}"/>
              </a:ext>
            </a:extLst>
          </p:cNvPr>
          <p:cNvSpPr/>
          <p:nvPr/>
        </p:nvSpPr>
        <p:spPr>
          <a:xfrm>
            <a:off x="73358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DD161B-C892-F399-C58F-9102D62C7985}"/>
              </a:ext>
            </a:extLst>
          </p:cNvPr>
          <p:cNvSpPr/>
          <p:nvPr/>
        </p:nvSpPr>
        <p:spPr>
          <a:xfrm>
            <a:off x="228600" y="44338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F7F9D-F15E-21F6-FB71-673DF1F3F1AD}"/>
              </a:ext>
            </a:extLst>
          </p:cNvPr>
          <p:cNvSpPr/>
          <p:nvPr/>
        </p:nvSpPr>
        <p:spPr>
          <a:xfrm>
            <a:off x="4343400" y="44196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C82255-5E64-D5A8-0D37-68611386EF24}"/>
              </a:ext>
            </a:extLst>
          </p:cNvPr>
          <p:cNvSpPr/>
          <p:nvPr/>
        </p:nvSpPr>
        <p:spPr>
          <a:xfrm>
            <a:off x="0" y="5846763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0509A5-D176-5178-F435-332127F4F308}"/>
              </a:ext>
            </a:extLst>
          </p:cNvPr>
          <p:cNvSpPr/>
          <p:nvPr/>
        </p:nvSpPr>
        <p:spPr>
          <a:xfrm>
            <a:off x="2181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E74443-8E24-C527-A392-B1C4DEAC5D00}"/>
              </a:ext>
            </a:extLst>
          </p:cNvPr>
          <p:cNvSpPr/>
          <p:nvPr/>
        </p:nvSpPr>
        <p:spPr>
          <a:xfrm>
            <a:off x="4267200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7B48D6-7894-C17C-1872-0D0741EDC427}"/>
              </a:ext>
            </a:extLst>
          </p:cNvPr>
          <p:cNvSpPr/>
          <p:nvPr/>
        </p:nvSpPr>
        <p:spPr>
          <a:xfrm>
            <a:off x="6372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63824492-88B8-C933-C9B6-84C4D68046A6}"/>
              </a:ext>
            </a:extLst>
          </p:cNvPr>
          <p:cNvGraphicFramePr>
            <a:graphicFrameLocks/>
          </p:cNvGraphicFramePr>
          <p:nvPr/>
        </p:nvGraphicFramePr>
        <p:xfrm>
          <a:off x="73025" y="2532063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EB8A92A0-0D52-0106-352D-D19E29296CCF}"/>
              </a:ext>
            </a:extLst>
          </p:cNvPr>
          <p:cNvGraphicFramePr>
            <a:graphicFrameLocks/>
          </p:cNvGraphicFramePr>
          <p:nvPr/>
        </p:nvGraphicFramePr>
        <p:xfrm>
          <a:off x="4252913" y="253206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FEBA56F-AEF1-0D2F-0BDD-E965060F9680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068638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0776E64-044F-E092-1F06-1768CC96CC9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068638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623B97E8-767E-07AE-2240-FB8709101EDB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048000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6392C04-61CD-7962-A016-EE09D38E948D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062288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B607A0F4-EE8B-4A12-6CC0-C0AC2FA8E31B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6EB88301-596E-CD95-3010-110574B16E06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B860680-556A-40D5-C4B4-1898C5FB6A9A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3FACD4B0-1A68-6206-6B6C-A516EBD818ED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1F62A6FF-92F0-6AD5-CC6B-A553E8A89F26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484346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14284CE1-EC62-AB96-3B57-17FB3FBD2303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4829175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EA589DE-D470-882A-3256-75924F8E56F9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4837113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E08A855F-7FE5-8155-C5C0-BD6F54ED8B4C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4829175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DC4B31E-87F8-E956-57EB-8878F543D44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6384925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FA33A199-5E3E-FD64-BD55-1CACE31BC984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6400800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Group 3">
            <a:extLst>
              <a:ext uri="{FF2B5EF4-FFF2-40B4-BE49-F238E27FC236}">
                <a16:creationId xmlns:a16="http://schemas.microsoft.com/office/drawing/2014/main" id="{2E711AD4-A273-BB43-5DB5-CE4EE00DF1EC}"/>
              </a:ext>
            </a:extLst>
          </p:cNvPr>
          <p:cNvGraphicFramePr>
            <a:graphicFrameLocks/>
          </p:cNvGraphicFramePr>
          <p:nvPr/>
        </p:nvGraphicFramePr>
        <p:xfrm>
          <a:off x="152400" y="3981450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3">
            <a:extLst>
              <a:ext uri="{FF2B5EF4-FFF2-40B4-BE49-F238E27FC236}">
                <a16:creationId xmlns:a16="http://schemas.microsoft.com/office/drawing/2014/main" id="{401EBDA0-30B2-BBC7-9F08-7D46132E828C}"/>
              </a:ext>
            </a:extLst>
          </p:cNvPr>
          <p:cNvGraphicFramePr>
            <a:graphicFrameLocks/>
          </p:cNvGraphicFramePr>
          <p:nvPr/>
        </p:nvGraphicFramePr>
        <p:xfrm>
          <a:off x="4267200" y="396081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A18B0320-64E9-CCDE-0F8E-6DF27A095C7A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6384925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D0D7515F-FF32-BC83-C2B1-E1C2F81A6072}"/>
              </a:ext>
            </a:extLst>
          </p:cNvPr>
          <p:cNvGraphicFramePr>
            <a:graphicFrameLocks noGrp="1"/>
          </p:cNvGraphicFramePr>
          <p:nvPr/>
        </p:nvGraphicFramePr>
        <p:xfrm>
          <a:off x="6116638" y="6372225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Group 3">
            <a:extLst>
              <a:ext uri="{FF2B5EF4-FFF2-40B4-BE49-F238E27FC236}">
                <a16:creationId xmlns:a16="http://schemas.microsoft.com/office/drawing/2014/main" id="{DE42B356-96C9-1FB6-D3F5-87613B6F5D5B}"/>
              </a:ext>
            </a:extLst>
          </p:cNvPr>
          <p:cNvGraphicFramePr>
            <a:graphicFrameLocks/>
          </p:cNvGraphicFramePr>
          <p:nvPr/>
        </p:nvGraphicFramePr>
        <p:xfrm>
          <a:off x="76200" y="1316038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CA14FF7-AFCA-1F5D-2E93-EBC28A0C52A8}"/>
              </a:ext>
            </a:extLst>
          </p:cNvPr>
          <p:cNvCxnSpPr/>
          <p:nvPr/>
        </p:nvCxnSpPr>
        <p:spPr>
          <a:xfrm rot="16200000" flipV="1">
            <a:off x="1143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7BAA93-591F-EE7F-47EC-3471148F18E7}"/>
              </a:ext>
            </a:extLst>
          </p:cNvPr>
          <p:cNvCxnSpPr/>
          <p:nvPr/>
        </p:nvCxnSpPr>
        <p:spPr>
          <a:xfrm flipV="1">
            <a:off x="38100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D0266F-383E-EC31-4562-2179DE7CF62D}"/>
              </a:ext>
            </a:extLst>
          </p:cNvPr>
          <p:cNvCxnSpPr/>
          <p:nvPr/>
        </p:nvCxnSpPr>
        <p:spPr>
          <a:xfrm rot="16200000" flipV="1">
            <a:off x="42291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07A2200-DA8B-3161-5669-E1E388E36431}"/>
              </a:ext>
            </a:extLst>
          </p:cNvPr>
          <p:cNvCxnSpPr/>
          <p:nvPr/>
        </p:nvCxnSpPr>
        <p:spPr>
          <a:xfrm flipV="1">
            <a:off x="79248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57656EE-923F-9548-35A6-8AEEF06B67DD}"/>
              </a:ext>
            </a:extLst>
          </p:cNvPr>
          <p:cNvCxnSpPr/>
          <p:nvPr/>
        </p:nvCxnSpPr>
        <p:spPr>
          <a:xfrm rot="10800000">
            <a:off x="76200" y="1676400"/>
            <a:ext cx="20574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03F3F5A-3F69-3D35-E8CF-CD32CABC52F6}"/>
              </a:ext>
            </a:extLst>
          </p:cNvPr>
          <p:cNvCxnSpPr/>
          <p:nvPr/>
        </p:nvCxnSpPr>
        <p:spPr>
          <a:xfrm flipV="1">
            <a:off x="6172200" y="1676400"/>
            <a:ext cx="19812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ooter Placeholder 68">
            <a:extLst>
              <a:ext uri="{FF2B5EF4-FFF2-40B4-BE49-F238E27FC236}">
                <a16:creationId xmlns:a16="http://schemas.microsoft.com/office/drawing/2014/main" id="{BB479588-1C9B-7833-A3EB-09999524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5161" name="Slide Number Placeholder 69">
            <a:extLst>
              <a:ext uri="{FF2B5EF4-FFF2-40B4-BE49-F238E27FC236}">
                <a16:creationId xmlns:a16="http://schemas.microsoft.com/office/drawing/2014/main" id="{74934F18-2C61-A136-39D6-BAC5020A23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6378A6-3D62-4CD7-A2FD-FA8CE1A8858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440230DD-F7EF-59E7-DCDA-8212DC03488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173D6FFC-C517-BAA1-A601-CB4A45D48C4F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999" name="TextBox 7">
            <a:extLst>
              <a:ext uri="{FF2B5EF4-FFF2-40B4-BE49-F238E27FC236}">
                <a16:creationId xmlns:a16="http://schemas.microsoft.com/office/drawing/2014/main" id="{AB3E5814-24B6-2F30-F235-E5AB8E1A2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8915CD-FC52-9CF8-603C-8A0BB9262A40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01" name="TextBox 13">
            <a:extLst>
              <a:ext uri="{FF2B5EF4-FFF2-40B4-BE49-F238E27FC236}">
                <a16:creationId xmlns:a16="http://schemas.microsoft.com/office/drawing/2014/main" id="{C56BA315-D925-B674-7F23-853B9380C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71663"/>
            <a:ext cx="582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4398FB-9E0A-3647-A53E-497DF704E612}"/>
              </a:ext>
            </a:extLst>
          </p:cNvPr>
          <p:cNvCxnSpPr/>
          <p:nvPr/>
        </p:nvCxnSpPr>
        <p:spPr>
          <a:xfrm rot="5400000" flipH="1" flipV="1">
            <a:off x="4039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C6728D-F361-BDBB-D424-1DAEC34EA72B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04" name="TextBox 17">
            <a:extLst>
              <a:ext uri="{FF2B5EF4-FFF2-40B4-BE49-F238E27FC236}">
                <a16:creationId xmlns:a16="http://schemas.microsoft.com/office/drawing/2014/main" id="{7432E25F-342C-D6A7-6951-8169FD7B3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22" name="Group 3">
            <a:extLst>
              <a:ext uri="{FF2B5EF4-FFF2-40B4-BE49-F238E27FC236}">
                <a16:creationId xmlns:a16="http://schemas.microsoft.com/office/drawing/2014/main" id="{12D8E161-B05D-594C-78F7-F40E34EE8B5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3">
            <a:extLst>
              <a:ext uri="{FF2B5EF4-FFF2-40B4-BE49-F238E27FC236}">
                <a16:creationId xmlns:a16="http://schemas.microsoft.com/office/drawing/2014/main" id="{1E31A21C-120B-FB5E-6B8C-0B6238F841B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3">
            <a:extLst>
              <a:ext uri="{FF2B5EF4-FFF2-40B4-BE49-F238E27FC236}">
                <a16:creationId xmlns:a16="http://schemas.microsoft.com/office/drawing/2014/main" id="{5A088BE2-B54E-B8AA-AD42-B6DDB73AD3C7}"/>
              </a:ext>
            </a:extLst>
          </p:cNvPr>
          <p:cNvGraphicFramePr>
            <a:graphicFrameLocks/>
          </p:cNvGraphicFramePr>
          <p:nvPr/>
        </p:nvGraphicFramePr>
        <p:xfrm>
          <a:off x="98425" y="46482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E4BB03D-E2A1-43B6-4B62-10FBE671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7050" name="Slide Number Placeholder 14">
            <a:extLst>
              <a:ext uri="{FF2B5EF4-FFF2-40B4-BE49-F238E27FC236}">
                <a16:creationId xmlns:a16="http://schemas.microsoft.com/office/drawing/2014/main" id="{A58E2C73-7915-F158-61FB-31A9A580F3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EDB7CC-D63D-4352-A652-579D77AF30F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FE52F882-3779-20F2-312B-5A14219DEA8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0E955D2-5F38-48B3-DFE8-43E7653E97D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047" name="TextBox 7">
            <a:extLst>
              <a:ext uri="{FF2B5EF4-FFF2-40B4-BE49-F238E27FC236}">
                <a16:creationId xmlns:a16="http://schemas.microsoft.com/office/drawing/2014/main" id="{ACDD1D0B-06B0-C968-37E8-BE16C37E1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5689CD-6ED5-B414-5A22-FAFF865C824E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049" name="TextBox 13">
            <a:extLst>
              <a:ext uri="{FF2B5EF4-FFF2-40B4-BE49-F238E27FC236}">
                <a16:creationId xmlns:a16="http://schemas.microsoft.com/office/drawing/2014/main" id="{CF142A88-DE36-6786-1AAB-D877BC5FE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71663"/>
            <a:ext cx="582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C3261D-B249-AACC-851A-3E0D448383B8}"/>
              </a:ext>
            </a:extLst>
          </p:cNvPr>
          <p:cNvCxnSpPr/>
          <p:nvPr/>
        </p:nvCxnSpPr>
        <p:spPr>
          <a:xfrm rot="5400000" flipH="1" flipV="1">
            <a:off x="48775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A89595-1C93-7312-B38D-749060718BDE}"/>
              </a:ext>
            </a:extLst>
          </p:cNvPr>
          <p:cNvCxnSpPr/>
          <p:nvPr/>
        </p:nvCxnSpPr>
        <p:spPr>
          <a:xfrm rot="5400000" flipH="1" flipV="1">
            <a:off x="1751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052" name="TextBox 17">
            <a:extLst>
              <a:ext uri="{FF2B5EF4-FFF2-40B4-BE49-F238E27FC236}">
                <a16:creationId xmlns:a16="http://schemas.microsoft.com/office/drawing/2014/main" id="{5A7454C7-95F0-108F-FFA0-5A804EC3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22" name="Group 3">
            <a:extLst>
              <a:ext uri="{FF2B5EF4-FFF2-40B4-BE49-F238E27FC236}">
                <a16:creationId xmlns:a16="http://schemas.microsoft.com/office/drawing/2014/main" id="{3B79F93D-F0EF-BB9C-BCA0-AF3C7586022E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3">
            <a:extLst>
              <a:ext uri="{FF2B5EF4-FFF2-40B4-BE49-F238E27FC236}">
                <a16:creationId xmlns:a16="http://schemas.microsoft.com/office/drawing/2014/main" id="{8E4375E0-6C68-4D46-8546-98779510257F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EA9B4A0-5D8F-252D-AF7C-DFD05040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9078" name="Slide Number Placeholder 13">
            <a:extLst>
              <a:ext uri="{FF2B5EF4-FFF2-40B4-BE49-F238E27FC236}">
                <a16:creationId xmlns:a16="http://schemas.microsoft.com/office/drawing/2014/main" id="{402C08FA-9541-B21B-13CE-FE83978F42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1D5C20-D421-4D7D-BDF8-40DB3FC9F62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79DA2B3-E2B2-7078-09D5-972E8B2BEF3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8BFCCA24-6AEA-3363-7056-0D92075E2C9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1095" name="TextBox 7">
            <a:extLst>
              <a:ext uri="{FF2B5EF4-FFF2-40B4-BE49-F238E27FC236}">
                <a16:creationId xmlns:a16="http://schemas.microsoft.com/office/drawing/2014/main" id="{63DFBB00-E691-B72C-3E3D-AE9D423F2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E3DC4A-7103-EFD6-D1E1-3D6E96EEA946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95279E-4D87-A631-4805-38EC9942C43C}"/>
              </a:ext>
            </a:extLst>
          </p:cNvPr>
          <p:cNvCxnSpPr/>
          <p:nvPr/>
        </p:nvCxnSpPr>
        <p:spPr>
          <a:xfrm rot="5400000" flipH="1" flipV="1">
            <a:off x="4801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E81A80-8EE9-265C-3617-F29B18035107}"/>
              </a:ext>
            </a:extLst>
          </p:cNvPr>
          <p:cNvCxnSpPr/>
          <p:nvPr/>
        </p:nvCxnSpPr>
        <p:spPr>
          <a:xfrm rot="5400000" flipH="1" flipV="1">
            <a:off x="2553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099" name="TextBox 17">
            <a:extLst>
              <a:ext uri="{FF2B5EF4-FFF2-40B4-BE49-F238E27FC236}">
                <a16:creationId xmlns:a16="http://schemas.microsoft.com/office/drawing/2014/main" id="{241C336B-4438-E092-5EBF-045A5930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E2A5257C-CE95-2FB5-A20F-7CC5D79C90D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27652386-E733-0B57-D605-54A8C4D8B819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1124" name="TextBox 13">
            <a:extLst>
              <a:ext uri="{FF2B5EF4-FFF2-40B4-BE49-F238E27FC236}">
                <a16:creationId xmlns:a16="http://schemas.microsoft.com/office/drawing/2014/main" id="{A61C4ABD-F0BB-41EA-990B-4AE03B626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B33E039-FCAC-EA6B-E712-A44DE487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1126" name="Slide Number Placeholder 17">
            <a:extLst>
              <a:ext uri="{FF2B5EF4-FFF2-40B4-BE49-F238E27FC236}">
                <a16:creationId xmlns:a16="http://schemas.microsoft.com/office/drawing/2014/main" id="{D98B795F-DAD0-5581-570D-BDF73089C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9943EB-D951-43BE-9BB6-3A7E4AD48C2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B2432828-C9FC-A87D-EE1B-DA43EDE732F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152F6FA9-D2BC-8961-DBB0-2293879F3D9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43" name="TextBox 7">
            <a:extLst>
              <a:ext uri="{FF2B5EF4-FFF2-40B4-BE49-F238E27FC236}">
                <a16:creationId xmlns:a16="http://schemas.microsoft.com/office/drawing/2014/main" id="{7CFAFFD0-B129-15ED-72DF-9A70FB320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24C2EB-4922-7E85-03D2-4796C708EF2E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4876D8-8367-7A47-F891-A2CD020C66B0}"/>
              </a:ext>
            </a:extLst>
          </p:cNvPr>
          <p:cNvCxnSpPr/>
          <p:nvPr/>
        </p:nvCxnSpPr>
        <p:spPr>
          <a:xfrm rot="5400000" flipH="1" flipV="1">
            <a:off x="5563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1C509B-C655-A6A3-E5D6-B77672D09778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47" name="TextBox 17">
            <a:extLst>
              <a:ext uri="{FF2B5EF4-FFF2-40B4-BE49-F238E27FC236}">
                <a16:creationId xmlns:a16="http://schemas.microsoft.com/office/drawing/2014/main" id="{DC7A4813-25A5-7457-5EFF-E862761AB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20B55D39-1199-2750-2D1E-335ADBF5E1E1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37360FFA-F3BB-FE1A-7D63-687B1DA5C89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72" name="TextBox 13">
            <a:extLst>
              <a:ext uri="{FF2B5EF4-FFF2-40B4-BE49-F238E27FC236}">
                <a16:creationId xmlns:a16="http://schemas.microsoft.com/office/drawing/2014/main" id="{A83DC188-C8B7-54C4-7C0D-FFF43DF54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8FC001B-51C5-D175-E7DD-101661DE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3174" name="Slide Number Placeholder 17">
            <a:extLst>
              <a:ext uri="{FF2B5EF4-FFF2-40B4-BE49-F238E27FC236}">
                <a16:creationId xmlns:a16="http://schemas.microsoft.com/office/drawing/2014/main" id="{7E422548-EC23-A131-E2C4-8955A81F4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AAA83-F7AD-456D-8016-5DDBD221630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A96F3C8-1122-914D-90E4-10DA69FD590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BA9C1BF-CEF1-5973-EFC2-109CE97E7AD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191" name="TextBox 7">
            <a:extLst>
              <a:ext uri="{FF2B5EF4-FFF2-40B4-BE49-F238E27FC236}">
                <a16:creationId xmlns:a16="http://schemas.microsoft.com/office/drawing/2014/main" id="{72CBA083-E4EB-C75A-400A-7ACBCBBE4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DB5103-3D82-A3DC-CD1E-D82DA83B77EB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7B0E1D-F3C7-8AC3-395A-4BFB15EC5A68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14DC3A-24A2-A1DC-8D2B-9C4D9F89D7F4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95" name="TextBox 17">
            <a:extLst>
              <a:ext uri="{FF2B5EF4-FFF2-40B4-BE49-F238E27FC236}">
                <a16:creationId xmlns:a16="http://schemas.microsoft.com/office/drawing/2014/main" id="{C4915221-48EB-CB14-1426-7182442B5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2B94CFFF-39E2-1DAD-59C6-3559948212BB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856F690B-0E20-1838-E232-A89FE2455F5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220" name="TextBox 13">
            <a:extLst>
              <a:ext uri="{FF2B5EF4-FFF2-40B4-BE49-F238E27FC236}">
                <a16:creationId xmlns:a16="http://schemas.microsoft.com/office/drawing/2014/main" id="{B60255EC-6C99-BF3E-9FA4-65F9856D1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1872451-1098-202C-9771-82B483F7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5222" name="Slide Number Placeholder 17">
            <a:extLst>
              <a:ext uri="{FF2B5EF4-FFF2-40B4-BE49-F238E27FC236}">
                <a16:creationId xmlns:a16="http://schemas.microsoft.com/office/drawing/2014/main" id="{D4F8279A-567D-BA04-CB23-BB349A3D65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04CAFC-4EA8-4758-BFBB-BD12776AB95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7B283BB-514F-F9C6-584C-017CD4F5124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66C5D968-1631-672C-8921-843FA7BA8E8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239" name="TextBox 7">
            <a:extLst>
              <a:ext uri="{FF2B5EF4-FFF2-40B4-BE49-F238E27FC236}">
                <a16:creationId xmlns:a16="http://schemas.microsoft.com/office/drawing/2014/main" id="{9267DF47-47CC-E27B-BAE0-916724FE7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B40D95-4332-DD2B-9814-FB0CFE48FC96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AAF53A-BB2A-512E-D1AB-6CDD329F3D24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FA9807-F9EE-8F71-0490-70A49C67C870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243" name="TextBox 17">
            <a:extLst>
              <a:ext uri="{FF2B5EF4-FFF2-40B4-BE49-F238E27FC236}">
                <a16:creationId xmlns:a16="http://schemas.microsoft.com/office/drawing/2014/main" id="{9EB506B8-18BE-F14C-5110-B0A941C97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AF968A09-3F81-DE32-5840-B201E8D9405D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DA606CC1-85BA-BEE1-E240-98499EF3FAB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268" name="TextBox 13">
            <a:extLst>
              <a:ext uri="{FF2B5EF4-FFF2-40B4-BE49-F238E27FC236}">
                <a16:creationId xmlns:a16="http://schemas.microsoft.com/office/drawing/2014/main" id="{09924D8C-E6D5-3F05-C367-EC77060AF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345974F-E879-9645-38FD-CE9125B0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7270" name="Slide Number Placeholder 17">
            <a:extLst>
              <a:ext uri="{FF2B5EF4-FFF2-40B4-BE49-F238E27FC236}">
                <a16:creationId xmlns:a16="http://schemas.microsoft.com/office/drawing/2014/main" id="{30871545-A32E-B12B-3CB9-ACAB77B96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126119-9744-46C2-9E76-79BFBFD48F8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07BD0DE6-85B2-B73A-4A24-0CF3E1B9900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3CB3F9DD-DDD9-8110-3344-CA23E9E4C68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287" name="TextBox 7">
            <a:extLst>
              <a:ext uri="{FF2B5EF4-FFF2-40B4-BE49-F238E27FC236}">
                <a16:creationId xmlns:a16="http://schemas.microsoft.com/office/drawing/2014/main" id="{17CC6231-7475-2B61-BC78-21577B48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4C64A6-09F4-807C-FCCC-DC6CFAC55C12}"/>
              </a:ext>
            </a:extLst>
          </p:cNvPr>
          <p:cNvCxnSpPr/>
          <p:nvPr/>
        </p:nvCxnSpPr>
        <p:spPr>
          <a:xfrm rot="5400000" flipH="1" flipV="1">
            <a:off x="3151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F19824-695D-5696-2346-06F56B4AB40E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B387C9-40CF-B970-9C66-26A24247B012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91" name="TextBox 17">
            <a:extLst>
              <a:ext uri="{FF2B5EF4-FFF2-40B4-BE49-F238E27FC236}">
                <a16:creationId xmlns:a16="http://schemas.microsoft.com/office/drawing/2014/main" id="{A461A93F-DF16-5C2D-1715-6B83BFD73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6667BBA3-DE9B-F251-B09B-FD609F504B5E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925C06C0-D390-9F21-2E7B-57575B99BD21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316" name="TextBox 13">
            <a:extLst>
              <a:ext uri="{FF2B5EF4-FFF2-40B4-BE49-F238E27FC236}">
                <a16:creationId xmlns:a16="http://schemas.microsoft.com/office/drawing/2014/main" id="{0A0C28E1-86E0-3DB9-C2B1-D7629525A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79C8AEF-4BA0-BD28-C743-27FDD0D9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9318" name="Slide Number Placeholder 17">
            <a:extLst>
              <a:ext uri="{FF2B5EF4-FFF2-40B4-BE49-F238E27FC236}">
                <a16:creationId xmlns:a16="http://schemas.microsoft.com/office/drawing/2014/main" id="{61591E05-6E87-405C-E455-B6973AAB98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0FCF26-D617-4CEE-8772-56863CEAB79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F9F20E23-8791-765F-C2F3-3DB271FF270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83C2AF8D-699A-3397-E27B-C9B4A049909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335" name="TextBox 7">
            <a:extLst>
              <a:ext uri="{FF2B5EF4-FFF2-40B4-BE49-F238E27FC236}">
                <a16:creationId xmlns:a16="http://schemas.microsoft.com/office/drawing/2014/main" id="{6234E048-A012-EA3A-8191-BEA1CF14A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66CAB0-D062-1224-08F3-F1596F3C8D8E}"/>
              </a:ext>
            </a:extLst>
          </p:cNvPr>
          <p:cNvCxnSpPr/>
          <p:nvPr/>
        </p:nvCxnSpPr>
        <p:spPr>
          <a:xfrm rot="5400000" flipH="1" flipV="1">
            <a:off x="3629819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58EDD0-2C9F-B2F7-D349-224E3C1B7287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08915A-2718-37BC-F3FC-93ADCFEC753E}"/>
              </a:ext>
            </a:extLst>
          </p:cNvPr>
          <p:cNvCxnSpPr/>
          <p:nvPr/>
        </p:nvCxnSpPr>
        <p:spPr>
          <a:xfrm rot="5400000" flipH="1" flipV="1">
            <a:off x="6211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339" name="TextBox 17">
            <a:extLst>
              <a:ext uri="{FF2B5EF4-FFF2-40B4-BE49-F238E27FC236}">
                <a16:creationId xmlns:a16="http://schemas.microsoft.com/office/drawing/2014/main" id="{F8F4EB09-F7AC-8B15-0FBD-A9742DAE6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A34067BA-19A9-DF83-7C3F-1936116E0033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9BB58DC1-BD1B-4E32-2A3C-FE0B5F818025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364" name="TextBox 13">
            <a:extLst>
              <a:ext uri="{FF2B5EF4-FFF2-40B4-BE49-F238E27FC236}">
                <a16:creationId xmlns:a16="http://schemas.microsoft.com/office/drawing/2014/main" id="{EF67728C-3C78-C025-D055-5018CE23A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6C5F1A-D687-4689-AAEB-44120F7F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1366" name="Slide Number Placeholder 17">
            <a:extLst>
              <a:ext uri="{FF2B5EF4-FFF2-40B4-BE49-F238E27FC236}">
                <a16:creationId xmlns:a16="http://schemas.microsoft.com/office/drawing/2014/main" id="{8B068B14-A33F-9FAA-18C7-3AB4CB933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ADDC0C-788F-439A-BC1A-041918DEF86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A9B74B40-1A70-0FBB-94C3-9279C5C048E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A421008-1842-1D58-ED88-1C826D55A4E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383" name="TextBox 7">
            <a:extLst>
              <a:ext uri="{FF2B5EF4-FFF2-40B4-BE49-F238E27FC236}">
                <a16:creationId xmlns:a16="http://schemas.microsoft.com/office/drawing/2014/main" id="{3A6FBE2F-4B2E-1784-BD58-AEEB32DF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30CEBC-2CBD-394A-48F6-7A51749B1976}"/>
              </a:ext>
            </a:extLst>
          </p:cNvPr>
          <p:cNvCxnSpPr/>
          <p:nvPr/>
        </p:nvCxnSpPr>
        <p:spPr>
          <a:xfrm rot="5400000" flipH="1" flipV="1">
            <a:off x="3629819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54F5EB-0BD2-5B14-FBE4-0A43CFE4DE1F}"/>
              </a:ext>
            </a:extLst>
          </p:cNvPr>
          <p:cNvCxnSpPr/>
          <p:nvPr/>
        </p:nvCxnSpPr>
        <p:spPr>
          <a:xfrm rot="5400000" flipH="1" flipV="1">
            <a:off x="67825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22933D-CF32-2CBF-10F8-973DE5508B5F}"/>
              </a:ext>
            </a:extLst>
          </p:cNvPr>
          <p:cNvCxnSpPr/>
          <p:nvPr/>
        </p:nvCxnSpPr>
        <p:spPr>
          <a:xfrm rot="5400000" flipH="1" flipV="1">
            <a:off x="6744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87" name="TextBox 17">
            <a:extLst>
              <a:ext uri="{FF2B5EF4-FFF2-40B4-BE49-F238E27FC236}">
                <a16:creationId xmlns:a16="http://schemas.microsoft.com/office/drawing/2014/main" id="{12886AF4-A69B-B67C-4176-1865BF0B9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6A94D879-059A-1AC0-2BFE-4E765E3B1D2D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7339EB8D-4494-E45F-0A85-64D381369043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412" name="TextBox 13">
            <a:extLst>
              <a:ext uri="{FF2B5EF4-FFF2-40B4-BE49-F238E27FC236}">
                <a16:creationId xmlns:a16="http://schemas.microsoft.com/office/drawing/2014/main" id="{5C65C182-EE94-4D18-B0E2-A750DAFD2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AF2E8C-B335-1C60-2AD3-33F982D1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3414" name="Slide Number Placeholder 17">
            <a:extLst>
              <a:ext uri="{FF2B5EF4-FFF2-40B4-BE49-F238E27FC236}">
                <a16:creationId xmlns:a16="http://schemas.microsoft.com/office/drawing/2014/main" id="{F9471314-585E-ECBB-8088-2E739939E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C21FBE-2E40-4CB8-9CE7-5B833B86D97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8999A778-E77E-129F-C2EE-B4FBD228A98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27DB60B1-7B67-FC38-AE5E-AAD90130460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/>
              <a:t>As its name implies, </a:t>
            </a:r>
            <a:r>
              <a:rPr lang="en-US" altLang="en-US" i="1"/>
              <a:t>quicksort</a:t>
            </a:r>
            <a:r>
              <a:rPr lang="en-US" altLang="en-US"/>
              <a:t> is the fastest known sorting algorithm in practice.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 is very fast, mainly due to a very tight and highly optimized inner loop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Its average running time is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 </a:t>
            </a:r>
            <a:r>
              <a:rPr lang="en-US" altLang="en-US" b="1">
                <a:solidFill>
                  <a:srgbClr val="0000CC"/>
                </a:solidFill>
              </a:rPr>
              <a:t>log 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 has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 baseline="30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2060"/>
                </a:solidFill>
              </a:rPr>
              <a:t> worst-case performance,</a:t>
            </a:r>
          </a:p>
          <a:p>
            <a:pPr lvl="2"/>
            <a:r>
              <a:rPr lang="en-US" altLang="en-US">
                <a:solidFill>
                  <a:srgbClr val="002060"/>
                </a:solidFill>
              </a:rPr>
              <a:t>but this can be made exponentially unlikely with a little effort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The quicksort algorithm is simple to understand and prove correct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Like mergesort, quicksort is a divide-and-conquer recursive algorithm </a:t>
            </a:r>
            <a:endParaRPr lang="en-US" altLang="en-US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1D704-A6FB-6904-0452-9BA76292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5413" name="Slide Number Placeholder 4">
            <a:extLst>
              <a:ext uri="{FF2B5EF4-FFF2-40B4-BE49-F238E27FC236}">
                <a16:creationId xmlns:a16="http://schemas.microsoft.com/office/drawing/2014/main" id="{6F40C8DA-9EA4-9A8E-0834-1D5FC4BDD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E8B252-A91E-4D9D-A0D1-3921565715D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97360D42-2C0B-E591-1ADB-CA3E4CF7F31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B15760A-3891-BB4D-B479-1BA1B202928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391400" cy="4846638"/>
          </a:xfrm>
        </p:spPr>
        <p:txBody>
          <a:bodyPr/>
          <a:lstStyle/>
          <a:p>
            <a:r>
              <a:rPr lang="en-US" altLang="en-US"/>
              <a:t>The basic algorithm to sort an array </a:t>
            </a:r>
            <a:r>
              <a:rPr lang="en-US" altLang="en-US" i="1"/>
              <a:t>S</a:t>
            </a:r>
            <a:r>
              <a:rPr lang="en-US" altLang="en-US"/>
              <a:t> consists of the following four easy steps: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If the number of elements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 is </a:t>
            </a:r>
            <a:r>
              <a:rPr lang="en-US" altLang="en-US" b="1">
                <a:solidFill>
                  <a:srgbClr val="0000CC"/>
                </a:solidFill>
              </a:rPr>
              <a:t>0</a:t>
            </a:r>
            <a:r>
              <a:rPr lang="en-US" altLang="en-US">
                <a:solidFill>
                  <a:srgbClr val="002060"/>
                </a:solidFill>
              </a:rPr>
              <a:t> or </a:t>
            </a:r>
            <a:r>
              <a:rPr lang="en-US" altLang="en-US" b="1">
                <a:solidFill>
                  <a:srgbClr val="0000CC"/>
                </a:solidFill>
              </a:rPr>
              <a:t>1</a:t>
            </a:r>
            <a:r>
              <a:rPr lang="en-US" altLang="en-US">
                <a:solidFill>
                  <a:srgbClr val="002060"/>
                </a:solidFill>
              </a:rPr>
              <a:t>, then return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2. Pick any element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>
                <a:solidFill>
                  <a:srgbClr val="002060"/>
                </a:solidFill>
              </a:rPr>
              <a:t>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. This is called the </a:t>
            </a:r>
            <a:r>
              <a:rPr lang="en-US" altLang="en-US" b="1" i="1">
                <a:solidFill>
                  <a:srgbClr val="0000CC"/>
                </a:solidFill>
              </a:rPr>
              <a:t>pivot</a:t>
            </a:r>
            <a:r>
              <a:rPr lang="en-US" altLang="en-US">
                <a:solidFill>
                  <a:srgbClr val="002060"/>
                </a:solidFill>
              </a:rPr>
              <a:t>.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3. </a:t>
            </a:r>
            <a:r>
              <a:rPr lang="en-US" altLang="en-US" i="1">
                <a:solidFill>
                  <a:srgbClr val="002060"/>
                </a:solidFill>
              </a:rPr>
              <a:t>Partition</a:t>
            </a:r>
            <a:r>
              <a:rPr lang="en-US" altLang="en-US">
                <a:solidFill>
                  <a:srgbClr val="002060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>
                <a:solidFill>
                  <a:srgbClr val="0000CC"/>
                </a:solidFill>
              </a:rPr>
              <a:t> - {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 b="1">
                <a:solidFill>
                  <a:srgbClr val="0000CC"/>
                </a:solidFill>
              </a:rPr>
              <a:t>}</a:t>
            </a:r>
            <a:r>
              <a:rPr lang="en-US" altLang="en-US">
                <a:solidFill>
                  <a:srgbClr val="002060"/>
                </a:solidFill>
              </a:rPr>
              <a:t> (the remaining elements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) into two disjoint groups:</a:t>
            </a:r>
            <a:r>
              <a:rPr lang="en-US" altLang="en-US"/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 b="1">
                <a:solidFill>
                  <a:srgbClr val="0000CC"/>
                </a:solidFill>
              </a:rPr>
              <a:t> = {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ru-RU" altLang="en-US" b="1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anose="020B0604020202020204" pitchFamily="34" charset="0"/>
              </a:rPr>
              <a:t>∈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>
                <a:solidFill>
                  <a:srgbClr val="0000CC"/>
                </a:solidFill>
              </a:rPr>
              <a:t> - {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 b="1">
                <a:solidFill>
                  <a:srgbClr val="0000CC"/>
                </a:solidFill>
              </a:rPr>
              <a:t>}| </a:t>
            </a:r>
            <a:r>
              <a:rPr lang="en-US" altLang="en-US" b="1" i="1">
                <a:solidFill>
                  <a:srgbClr val="0000CC"/>
                </a:solidFill>
              </a:rPr>
              <a:t>x </a:t>
            </a:r>
            <a:r>
              <a:rPr lang="en-US" altLang="en-US" b="1" i="1">
                <a:solidFill>
                  <a:srgbClr val="0000CC"/>
                </a:solidFill>
                <a:cs typeface="Arial" panose="020B0604020202020204" pitchFamily="34" charset="0"/>
              </a:rPr>
              <a:t>≤</a:t>
            </a:r>
            <a:r>
              <a:rPr lang="en-US" altLang="en-US" b="1">
                <a:solidFill>
                  <a:srgbClr val="0000CC"/>
                </a:solidFill>
              </a:rPr>
              <a:t> v</a:t>
            </a:r>
            <a:r>
              <a:rPr lang="en-US" altLang="en-US" b="1" i="1">
                <a:solidFill>
                  <a:srgbClr val="0000CC"/>
                </a:solidFill>
              </a:rPr>
              <a:t>}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 i="1">
                <a:solidFill>
                  <a:srgbClr val="002060"/>
                </a:solidFill>
              </a:rPr>
              <a:t>and</a:t>
            </a:r>
            <a:r>
              <a:rPr lang="en-US" altLang="en-US" i="1"/>
              <a:t> </a:t>
            </a:r>
            <a:r>
              <a:rPr lang="en-US" altLang="en-US" b="1">
                <a:solidFill>
                  <a:srgbClr val="0000CC"/>
                </a:solidFill>
              </a:rPr>
              <a:t>S</a:t>
            </a:r>
            <a:r>
              <a:rPr lang="en-US" altLang="en-US" b="1" i="1" baseline="-25000">
                <a:solidFill>
                  <a:srgbClr val="0000CC"/>
                </a:solidFill>
              </a:rPr>
              <a:t>2</a:t>
            </a:r>
            <a:r>
              <a:rPr lang="en-US" altLang="en-US" b="1" i="1">
                <a:solidFill>
                  <a:srgbClr val="0000CC"/>
                </a:solidFill>
              </a:rPr>
              <a:t> = </a:t>
            </a:r>
            <a:r>
              <a:rPr lang="en-US" altLang="en-US" b="1">
                <a:solidFill>
                  <a:srgbClr val="0000CC"/>
                </a:solidFill>
              </a:rPr>
              <a:t>{x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ru-RU" altLang="en-US" b="1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∈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S</a:t>
            </a:r>
            <a:r>
              <a:rPr lang="en-US" altLang="en-US" b="1" i="1">
                <a:solidFill>
                  <a:srgbClr val="0000CC"/>
                </a:solidFill>
              </a:rPr>
              <a:t> - </a:t>
            </a:r>
            <a:r>
              <a:rPr lang="en-US" altLang="en-US" b="1">
                <a:solidFill>
                  <a:srgbClr val="0000CC"/>
                </a:solidFill>
              </a:rPr>
              <a:t>{v}</a:t>
            </a:r>
            <a:r>
              <a:rPr lang="en-US" altLang="en-US" b="1" i="1">
                <a:solidFill>
                  <a:srgbClr val="0000CC"/>
                </a:solidFill>
              </a:rPr>
              <a:t>| </a:t>
            </a:r>
            <a:r>
              <a:rPr lang="en-US" altLang="en-US" b="1">
                <a:solidFill>
                  <a:srgbClr val="0000CC"/>
                </a:solidFill>
              </a:rPr>
              <a:t>x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  <a:cs typeface="Arial" panose="020B0604020202020204" pitchFamily="34" charset="0"/>
              </a:rPr>
              <a:t>≥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v}</a:t>
            </a:r>
            <a:r>
              <a:rPr lang="en-US" altLang="en-US">
                <a:solidFill>
                  <a:srgbClr val="0000CC"/>
                </a:solidFill>
              </a:rPr>
              <a:t>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4.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Return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{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00CC"/>
                </a:solidFill>
              </a:rPr>
              <a:t>quicksort(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00CC"/>
                </a:solidFill>
              </a:rPr>
              <a:t> </a:t>
            </a:r>
            <a:r>
              <a:rPr lang="en-US" altLang="en-US">
                <a:solidFill>
                  <a:srgbClr val="002060"/>
                </a:solidFill>
              </a:rPr>
              <a:t>followed by</a:t>
            </a:r>
            <a:r>
              <a:rPr lang="en-US" altLang="en-US"/>
              <a:t>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followed by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00CC"/>
                </a:solidFill>
              </a:rPr>
              <a:t>quicksort(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2060"/>
                </a:solidFill>
              </a:rPr>
              <a:t> }</a:t>
            </a: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C1708-A3F3-2A04-92D6-5717CB12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7461" name="Slide Number Placeholder 4">
            <a:extLst>
              <a:ext uri="{FF2B5EF4-FFF2-40B4-BE49-F238E27FC236}">
                <a16:creationId xmlns:a16="http://schemas.microsoft.com/office/drawing/2014/main" id="{B8A5A01E-E62D-7210-1A4E-EEBA685F95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5E51B9-0624-4854-A3BB-5876452AE09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410B0FCD-447D-2933-516C-0A1F65DCC41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0A3FCF64-64D2-A911-46F3-67FE3B1E38D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/>
              <a:t>Since the partition step ambiguously describes what to do with elements equal to the pivot, this becomes a design decision.</a:t>
            </a:r>
          </a:p>
          <a:p>
            <a:r>
              <a:rPr lang="en-US" altLang="en-US"/>
              <a:t>Part of a good implementation is handling this case as efficiently as possible. </a:t>
            </a:r>
          </a:p>
          <a:p>
            <a:r>
              <a:rPr lang="en-US" altLang="en-US"/>
              <a:t>Intuitively, we would hope that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about half the keys that are equal to the pivot go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while the other half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2</a:t>
            </a:r>
            <a:r>
              <a:rPr lang="en-US" altLang="en-US">
                <a:solidFill>
                  <a:srgbClr val="002060"/>
                </a:solidFill>
              </a:rPr>
              <a:t>, much as we like binary search trees to be balanced.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A17E5-BC23-4BDD-61ED-72C3D762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9509" name="Slide Number Placeholder 4">
            <a:extLst>
              <a:ext uri="{FF2B5EF4-FFF2-40B4-BE49-F238E27FC236}">
                <a16:creationId xmlns:a16="http://schemas.microsoft.com/office/drawing/2014/main" id="{4351490E-E35B-6ED6-355B-66F9D0027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2A2F8E-2A37-4AFC-AED0-F596F17876C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4">
            <a:extLst>
              <a:ext uri="{FF2B5EF4-FFF2-40B4-BE49-F238E27FC236}">
                <a16:creationId xmlns:a16="http://schemas.microsoft.com/office/drawing/2014/main" id="{108E0A10-7722-8273-F828-580C755C2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0"/>
            <a:ext cx="4791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5" name="Rectangle 2">
            <a:extLst>
              <a:ext uri="{FF2B5EF4-FFF2-40B4-BE49-F238E27FC236}">
                <a16:creationId xmlns:a16="http://schemas.microsoft.com/office/drawing/2014/main" id="{706C9F6C-EB89-D3D5-5B95-0E9474F55399}"/>
              </a:ext>
            </a:extLst>
          </p:cNvPr>
          <p:cNvSpPr>
            <a:spLocks/>
          </p:cNvSpPr>
          <p:nvPr/>
        </p:nvSpPr>
        <p:spPr bwMode="auto">
          <a:xfrm>
            <a:off x="152400" y="10668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800" b="1">
                <a:latin typeface="Trebuchet MS" panose="020B0603020202020204" pitchFamily="34" charset="0"/>
              </a:rPr>
              <a:t>Quick Sort – </a:t>
            </a:r>
            <a:br>
              <a:rPr lang="en-US" altLang="en-US" sz="3800" b="1">
                <a:latin typeface="Trebuchet MS" panose="020B0603020202020204" pitchFamily="34" charset="0"/>
              </a:rPr>
            </a:br>
            <a:r>
              <a:rPr lang="en-US" altLang="en-US" sz="3800" b="1">
                <a:latin typeface="Trebuchet MS" panose="020B0603020202020204" pitchFamily="34" charset="0"/>
              </a:rPr>
              <a:t>Selecting </a:t>
            </a:r>
            <a:br>
              <a:rPr lang="en-US" altLang="en-US" sz="3800" b="1">
                <a:latin typeface="Trebuchet MS" panose="020B0603020202020204" pitchFamily="34" charset="0"/>
              </a:rPr>
            </a:br>
            <a:r>
              <a:rPr lang="en-US" altLang="en-US" sz="3800" b="1">
                <a:latin typeface="Trebuchet MS" panose="020B0603020202020204" pitchFamily="34" charset="0"/>
              </a:rPr>
              <a:t>the Pivot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F4551-4062-9CDB-99AF-68D8B449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1557" name="Slide Number Placeholder 4">
            <a:extLst>
              <a:ext uri="{FF2B5EF4-FFF2-40B4-BE49-F238E27FC236}">
                <a16:creationId xmlns:a16="http://schemas.microsoft.com/office/drawing/2014/main" id="{3AB7765A-3E14-0FCF-3CC0-FBCB126FA0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5EFF0D-D164-4765-AC61-01CFC5125E6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8F90904-05C9-C844-A463-EB5CE2418A7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 – Selecting the Pivot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F4AE943-A8CF-425A-DD7F-A0AED6FCF1C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04800" y="868363"/>
            <a:ext cx="7772400" cy="5532437"/>
          </a:xfrm>
        </p:spPr>
        <p:txBody>
          <a:bodyPr/>
          <a:lstStyle/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1- The popular, uninformed choice: 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Use the first element as the pivot</a:t>
            </a:r>
            <a:endParaRPr lang="en-US" altLang="en-US" sz="220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This is acceptable if the input is random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But, if the input is presorted or in reverse order, then the pivot provides a poor partition, because virtually all the elements go into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>
                <a:solidFill>
                  <a:srgbClr val="002060"/>
                </a:solidFill>
              </a:rPr>
              <a:t> or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endParaRPr lang="en-US" altLang="en-US" sz="200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It happens consistently throughout the recursive calls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200">
                <a:solidFill>
                  <a:srgbClr val="002060"/>
                </a:solidFill>
                <a:sym typeface="Wingdings" panose="05000000000000000000" pitchFamily="2" charset="2"/>
              </a:rPr>
              <a:t> </a:t>
            </a:r>
            <a:r>
              <a:rPr lang="en-US" altLang="en-US" sz="2200"/>
              <a:t>Quicksort will take quadratic time to do essentially   nothing at all, which is quite embarrassing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2- A Safe Maneuver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A safe course is merely to choose the pivot randomly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This strategy is generally perfectly safe, unless the random number generator has a flaw</a:t>
            </a:r>
          </a:p>
          <a:p>
            <a:pPr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H</a:t>
            </a:r>
            <a:r>
              <a:rPr lang="en-US" altLang="en-US" sz="2200"/>
              <a:t>owever, random number generation is generally an expensive commodity and does not reduce the average running time of the rest of the algorithm at all</a:t>
            </a:r>
            <a:endParaRPr lang="en-US" altLang="en-US" sz="2200" b="1">
              <a:solidFill>
                <a:srgbClr val="0000CC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D512CE-92D5-FA8C-7183-4894B52E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3605" name="Slide Number Placeholder 7">
            <a:extLst>
              <a:ext uri="{FF2B5EF4-FFF2-40B4-BE49-F238E27FC236}">
                <a16:creationId xmlns:a16="http://schemas.microsoft.com/office/drawing/2014/main" id="{0AC6AA0A-F2AF-81E7-17BB-611DE0B7A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A6C981-CB57-42ED-83C4-C35689A519C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897CDBC6-12A7-5AAD-EFEB-6163D33EAC9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 – Selecting the Pivot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CB634D0E-3A17-4593-872A-6F6665C6E13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90600"/>
            <a:ext cx="7543800" cy="48466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 best choice of pivot would be the median of the file.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The median of a group of </a:t>
            </a:r>
            <a:r>
              <a:rPr lang="en-US" altLang="en-US" sz="2200" b="1" i="1">
                <a:solidFill>
                  <a:srgbClr val="0000CC"/>
                </a:solidFill>
              </a:rPr>
              <a:t>n</a:t>
            </a:r>
            <a:r>
              <a:rPr lang="en-US" altLang="en-US" sz="2200">
                <a:solidFill>
                  <a:srgbClr val="002060"/>
                </a:solidFill>
              </a:rPr>
              <a:t> numbers is the </a:t>
            </a:r>
            <a:r>
              <a:rPr lang="en-US" altLang="en-US" sz="2200">
                <a:solidFill>
                  <a:srgbClr val="0000CC"/>
                </a:solidFill>
              </a:rPr>
              <a:t>(</a:t>
            </a:r>
            <a:r>
              <a:rPr lang="en-US" altLang="en-US" sz="2200" i="1">
                <a:solidFill>
                  <a:srgbClr val="0000CC"/>
                </a:solidFill>
              </a:rPr>
              <a:t>n</a:t>
            </a:r>
            <a:r>
              <a:rPr lang="en-US" altLang="en-US" sz="2200">
                <a:solidFill>
                  <a:srgbClr val="0000CC"/>
                </a:solidFill>
              </a:rPr>
              <a:t>/2)-th</a:t>
            </a:r>
            <a:r>
              <a:rPr lang="en-US" altLang="en-US" sz="2200">
                <a:solidFill>
                  <a:srgbClr val="002060"/>
                </a:solidFill>
              </a:rPr>
              <a:t> largest number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Unfortunately, this is hard to calculate and would slow down quicksort considerably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 A good estimate can be obtained by picking three elements randomly and using the median of these three as pivot.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The randomness turns out not to help much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00CC"/>
                </a:solidFill>
              </a:rPr>
              <a:t>So, the common course is to use as pivot the median of the left, right and center elements 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14CDDA42-57DA-FDD0-45FF-87F4441AF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0"/>
            <a:ext cx="326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CC"/>
                </a:solidFill>
              </a:rPr>
              <a:t>A = {8, 1, 4, 9, 6, 3, 5, 2, 7, 0} </a:t>
            </a:r>
          </a:p>
        </p:txBody>
      </p:sp>
      <p:sp>
        <p:nvSpPr>
          <p:cNvPr id="75781" name="Line 5">
            <a:extLst>
              <a:ext uri="{FF2B5EF4-FFF2-40B4-BE49-F238E27FC236}">
                <a16:creationId xmlns:a16="http://schemas.microsoft.com/office/drawing/2014/main" id="{5FC2F311-10AF-E47E-C215-6A3FAABBC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5673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B22CDCD6-DB29-5F1F-89B3-5D0921D83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5356225"/>
            <a:ext cx="3121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center = A[</a:t>
            </a:r>
            <a:r>
              <a:rPr lang="en-US" altLang="en-US" sz="1800" i="1"/>
              <a:t>left</a:t>
            </a:r>
            <a:r>
              <a:rPr lang="en-US" altLang="en-US" sz="1800"/>
              <a:t> + </a:t>
            </a:r>
            <a:r>
              <a:rPr lang="en-US" altLang="en-US" sz="1800" i="1"/>
              <a:t>right</a:t>
            </a:r>
            <a:r>
              <a:rPr lang="en-US" altLang="en-US" sz="1800"/>
              <a:t>)/2]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= A [(0+9)/2] = </a:t>
            </a:r>
            <a:r>
              <a:rPr lang="en-US" altLang="en-US" sz="1800" b="1"/>
              <a:t>A[4] = 6</a:t>
            </a:r>
            <a:r>
              <a:rPr lang="en-US" altLang="en-US" sz="18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  <a:r>
              <a:rPr lang="en-US" altLang="en-US" sz="1800"/>
              <a:t>: v= median(8, 6, 0) = </a:t>
            </a:r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5EC7600-69C6-1A83-EAFF-4DCD1892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5656" name="Slide Number Placeholder 7">
            <a:extLst>
              <a:ext uri="{FF2B5EF4-FFF2-40B4-BE49-F238E27FC236}">
                <a16:creationId xmlns:a16="http://schemas.microsoft.com/office/drawing/2014/main" id="{80285467-C5E8-E52F-9C75-7588D0894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5D5451-B44D-4739-9CD8-731BC7DADB8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/>
      <p:bldP spid="7578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7235B481-FAAF-8A59-BE0E-289B8699E09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Example</a:t>
            </a:r>
          </a:p>
        </p:txBody>
      </p:sp>
      <p:graphicFrame>
        <p:nvGraphicFramePr>
          <p:cNvPr id="160860" name="Group 92">
            <a:extLst>
              <a:ext uri="{FF2B5EF4-FFF2-40B4-BE49-F238E27FC236}">
                <a16:creationId xmlns:a16="http://schemas.microsoft.com/office/drawing/2014/main" id="{ABCA8AA1-98E6-4257-66C3-785B8FCCA81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2954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7723" name="Straight Arrow Connector 16">
            <a:extLst>
              <a:ext uri="{FF2B5EF4-FFF2-40B4-BE49-F238E27FC236}">
                <a16:creationId xmlns:a16="http://schemas.microsoft.com/office/drawing/2014/main" id="{BE15F54F-2B83-A44D-9083-5F4C7B05D9D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17526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4" name="Text Box 93">
            <a:extLst>
              <a:ext uri="{FF2B5EF4-FFF2-40B4-BE49-F238E27FC236}">
                <a16:creationId xmlns:a16="http://schemas.microsoft.com/office/drawing/2014/main" id="{A91A48DC-A2D9-46DE-67CD-6B7DBE633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0685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6829" name="Rectangle 3">
            <a:extLst>
              <a:ext uri="{FF2B5EF4-FFF2-40B4-BE49-F238E27FC236}">
                <a16:creationId xmlns:a16="http://schemas.microsoft.com/office/drawing/2014/main" id="{FE449752-CFB2-2CD9-409C-DAE0D5C96B36}"/>
              </a:ext>
            </a:extLst>
          </p:cNvPr>
          <p:cNvSpPr>
            <a:spLocks/>
          </p:cNvSpPr>
          <p:nvPr/>
        </p:nvSpPr>
        <p:spPr bwMode="auto">
          <a:xfrm>
            <a:off x="304800" y="2392363"/>
            <a:ext cx="7848600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The basic algorithm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While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 i="1"/>
              <a:t> </a:t>
            </a:r>
            <a:r>
              <a:rPr lang="en-US" altLang="en-US" sz="2000"/>
              <a:t>is to the left of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we move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 b="1" i="1">
                <a:solidFill>
                  <a:srgbClr val="0000CC"/>
                </a:solidFill>
              </a:rPr>
              <a:t>i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>
                <a:solidFill>
                  <a:srgbClr val="7030A0"/>
                </a:solidFill>
              </a:rPr>
              <a:t>right, skipping over elements smaller than the pivot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We move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 b="1" i="1">
                <a:solidFill>
                  <a:srgbClr val="0000CC"/>
                </a:solidFill>
              </a:rPr>
              <a:t>j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>
                <a:solidFill>
                  <a:srgbClr val="7030A0"/>
                </a:solidFill>
              </a:rPr>
              <a:t>left, skipping over elements larger than the pivot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When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and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have stopped,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>
                <a:solidFill>
                  <a:srgbClr val="0000CC"/>
                </a:solidFill>
              </a:rPr>
              <a:t>i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430086"/>
                </a:solidFill>
              </a:rPr>
              <a:t>is pointing at a large element, and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>
                <a:solidFill>
                  <a:srgbClr val="0000CC"/>
                </a:solidFill>
              </a:rPr>
              <a:t>j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7030A0"/>
                </a:solidFill>
              </a:rPr>
              <a:t>is pointing at a small element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If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is to the left of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those elements are swapped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The effect is to </a:t>
            </a:r>
            <a:r>
              <a:rPr lang="en-US" altLang="en-US" sz="2000">
                <a:solidFill>
                  <a:srgbClr val="0000CC"/>
                </a:solidFill>
              </a:rPr>
              <a:t>push a large element to the right</a:t>
            </a:r>
            <a:r>
              <a:rPr lang="en-US" altLang="en-US" sz="2000"/>
              <a:t> and a </a:t>
            </a:r>
            <a:r>
              <a:rPr lang="en-US" altLang="en-US" sz="2000">
                <a:solidFill>
                  <a:srgbClr val="0000CC"/>
                </a:solidFill>
              </a:rPr>
              <a:t>small element to the left</a:t>
            </a:r>
            <a:r>
              <a:rPr lang="en-US" altLang="en-US" sz="2000"/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In the example above,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would not move and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would slide over one place</a:t>
            </a:r>
          </a:p>
        </p:txBody>
      </p:sp>
      <p:cxnSp>
        <p:nvCxnSpPr>
          <p:cNvPr id="157726" name="Straight Arrow Connector 16">
            <a:extLst>
              <a:ext uri="{FF2B5EF4-FFF2-40B4-BE49-F238E27FC236}">
                <a16:creationId xmlns:a16="http://schemas.microsoft.com/office/drawing/2014/main" id="{CF9D6293-9405-6B65-7C48-161D7CB30AD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79813" y="1676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7" name="Text Box 107">
            <a:extLst>
              <a:ext uri="{FF2B5EF4-FFF2-40B4-BE49-F238E27FC236}">
                <a16:creationId xmlns:a16="http://schemas.microsoft.com/office/drawing/2014/main" id="{15C17DF4-DA64-0A6F-341D-D5EB65FF3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99231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57728" name="Straight Arrow Connector 16">
            <a:extLst>
              <a:ext uri="{FF2B5EF4-FFF2-40B4-BE49-F238E27FC236}">
                <a16:creationId xmlns:a16="http://schemas.microsoft.com/office/drawing/2014/main" id="{7E588285-DFAF-A139-72C0-40AA239120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96163" y="17240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9" name="Text Box 109">
            <a:extLst>
              <a:ext uri="{FF2B5EF4-FFF2-40B4-BE49-F238E27FC236}">
                <a16:creationId xmlns:a16="http://schemas.microsoft.com/office/drawing/2014/main" id="{B1644095-BFDD-7A0E-EF5B-F523FBD89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20399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115923F-689B-8FF9-65E9-A7A1801D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7731" name="Slide Number Placeholder 11">
            <a:extLst>
              <a:ext uri="{FF2B5EF4-FFF2-40B4-BE49-F238E27FC236}">
                <a16:creationId xmlns:a16="http://schemas.microsoft.com/office/drawing/2014/main" id="{44FED65A-4810-E3DC-B4F9-4F98402CD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CF8B8A-12D6-4C79-9AE9-5F39F31FCBA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7BA0C90B-90E4-F7D9-C369-69772BED1D0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Step 1</a:t>
            </a:r>
          </a:p>
        </p:txBody>
      </p:sp>
      <p:graphicFrame>
        <p:nvGraphicFramePr>
          <p:cNvPr id="162819" name="Group 3">
            <a:extLst>
              <a:ext uri="{FF2B5EF4-FFF2-40B4-BE49-F238E27FC236}">
                <a16:creationId xmlns:a16="http://schemas.microsoft.com/office/drawing/2014/main" id="{7820827B-4AC2-DC60-DFC8-E5BD6CFA068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9771" name="Straight Arrow Connector 16">
            <a:extLst>
              <a:ext uri="{FF2B5EF4-FFF2-40B4-BE49-F238E27FC236}">
                <a16:creationId xmlns:a16="http://schemas.microsoft.com/office/drawing/2014/main" id="{006C9249-2BE7-8454-8217-3B8D6F031A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2" name="Text Box 28">
            <a:extLst>
              <a:ext uri="{FF2B5EF4-FFF2-40B4-BE49-F238E27FC236}">
                <a16:creationId xmlns:a16="http://schemas.microsoft.com/office/drawing/2014/main" id="{47DC91D8-BA63-D84C-B168-E028CFE10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59773" name="Straight Arrow Connector 16">
            <a:extLst>
              <a:ext uri="{FF2B5EF4-FFF2-40B4-BE49-F238E27FC236}">
                <a16:creationId xmlns:a16="http://schemas.microsoft.com/office/drawing/2014/main" id="{34CEB185-77CA-74EA-6C7F-3CDCC7057D9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4" name="Text Box 30">
            <a:extLst>
              <a:ext uri="{FF2B5EF4-FFF2-40B4-BE49-F238E27FC236}">
                <a16:creationId xmlns:a16="http://schemas.microsoft.com/office/drawing/2014/main" id="{A7B45312-886F-C89B-C66B-71BE22E1C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59775" name="Straight Arrow Connector 16">
            <a:extLst>
              <a:ext uri="{FF2B5EF4-FFF2-40B4-BE49-F238E27FC236}">
                <a16:creationId xmlns:a16="http://schemas.microsoft.com/office/drawing/2014/main" id="{9E86AC8B-87C5-0010-1FF6-78F398A1C5A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6" name="Text Box 33">
            <a:extLst>
              <a:ext uri="{FF2B5EF4-FFF2-40B4-BE49-F238E27FC236}">
                <a16:creationId xmlns:a16="http://schemas.microsoft.com/office/drawing/2014/main" id="{76D3158C-9BCA-3782-89F5-12A08166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59777" name="Freeform 184">
            <a:extLst>
              <a:ext uri="{FF2B5EF4-FFF2-40B4-BE49-F238E27FC236}">
                <a16:creationId xmlns:a16="http://schemas.microsoft.com/office/drawing/2014/main" id="{9DFEFE6D-7459-3FE8-21C5-43EB6AC3CE9D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7E95D11-0DE9-F2B2-B022-6AD45A2B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9779" name="Slide Number Placeholder 11">
            <a:extLst>
              <a:ext uri="{FF2B5EF4-FFF2-40B4-BE49-F238E27FC236}">
                <a16:creationId xmlns:a16="http://schemas.microsoft.com/office/drawing/2014/main" id="{C1A62C1E-A47E-65D6-6591-565639FDBD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85AD9C-7028-4125-83E9-45AF15F7784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D045A1B4-A378-BD03-A1DF-1545A0FE22C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8963" name="Group 3">
            <a:extLst>
              <a:ext uri="{FF2B5EF4-FFF2-40B4-BE49-F238E27FC236}">
                <a16:creationId xmlns:a16="http://schemas.microsoft.com/office/drawing/2014/main" id="{B1EBFF0D-A4B3-3D90-C0D4-03BCF268FB90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1819" name="Straight Arrow Connector 16">
            <a:extLst>
              <a:ext uri="{FF2B5EF4-FFF2-40B4-BE49-F238E27FC236}">
                <a16:creationId xmlns:a16="http://schemas.microsoft.com/office/drawing/2014/main" id="{45BAF311-DA17-2261-6641-53E5C8F4E3C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0" name="Text Box 28">
            <a:extLst>
              <a:ext uri="{FF2B5EF4-FFF2-40B4-BE49-F238E27FC236}">
                <a16:creationId xmlns:a16="http://schemas.microsoft.com/office/drawing/2014/main" id="{2FB8FEB7-8487-6E8E-5B17-28CD69F7A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61821" name="Straight Arrow Connector 16">
            <a:extLst>
              <a:ext uri="{FF2B5EF4-FFF2-40B4-BE49-F238E27FC236}">
                <a16:creationId xmlns:a16="http://schemas.microsoft.com/office/drawing/2014/main" id="{63B00CC3-7FAC-F2BC-FF2B-D0DD02E4FA7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2" name="Text Box 30">
            <a:extLst>
              <a:ext uri="{FF2B5EF4-FFF2-40B4-BE49-F238E27FC236}">
                <a16:creationId xmlns:a16="http://schemas.microsoft.com/office/drawing/2014/main" id="{8D1E3D89-7E7E-4A5C-08A4-AA4E85FB1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8991" name="Rectangle 3">
            <a:extLst>
              <a:ext uri="{FF2B5EF4-FFF2-40B4-BE49-F238E27FC236}">
                <a16:creationId xmlns:a16="http://schemas.microsoft.com/office/drawing/2014/main" id="{B4A31BBE-8EBB-934F-3FF0-E1C728AF691D}"/>
              </a:ext>
            </a:extLst>
          </p:cNvPr>
          <p:cNvSpPr>
            <a:spLocks/>
          </p:cNvSpPr>
          <p:nvPr/>
        </p:nvSpPr>
        <p:spPr bwMode="auto">
          <a:xfrm>
            <a:off x="138113" y="3154363"/>
            <a:ext cx="8001000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/>
              <a:t>Start by swapping the </a:t>
            </a:r>
            <a:r>
              <a:rPr lang="en-US" altLang="en-US" sz="2200" i="1">
                <a:solidFill>
                  <a:srgbClr val="0000CC"/>
                </a:solidFill>
              </a:rPr>
              <a:t>pivot</a:t>
            </a:r>
            <a:r>
              <a:rPr lang="en-US" altLang="en-US" sz="2200"/>
              <a:t> with the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/>
              <a:t>, starting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/>
              <a:t> at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>
                <a:solidFill>
                  <a:srgbClr val="0000CC"/>
                </a:solidFill>
              </a:rPr>
              <a:t> -1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61824" name="Straight Arrow Connector 16">
            <a:extLst>
              <a:ext uri="{FF2B5EF4-FFF2-40B4-BE49-F238E27FC236}">
                <a16:creationId xmlns:a16="http://schemas.microsoft.com/office/drawing/2014/main" id="{24193511-37E4-741F-5BB3-E33BC255DC4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5" name="Text Box 33">
            <a:extLst>
              <a:ext uri="{FF2B5EF4-FFF2-40B4-BE49-F238E27FC236}">
                <a16:creationId xmlns:a16="http://schemas.microsoft.com/office/drawing/2014/main" id="{1D89502A-5F2F-9AB4-E5A6-4201A41C7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61826" name="Freeform 184">
            <a:extLst>
              <a:ext uri="{FF2B5EF4-FFF2-40B4-BE49-F238E27FC236}">
                <a16:creationId xmlns:a16="http://schemas.microsoft.com/office/drawing/2014/main" id="{B8318646-31DB-4028-3DBC-4090141C8F47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07CA60E-5E7C-340A-9E12-42C691CB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1828" name="Slide Number Placeholder 12">
            <a:extLst>
              <a:ext uri="{FF2B5EF4-FFF2-40B4-BE49-F238E27FC236}">
                <a16:creationId xmlns:a16="http://schemas.microsoft.com/office/drawing/2014/main" id="{ECDAA357-3D10-231C-F54D-5418EE968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81DD86-E95B-4162-A8AD-9836B827CBE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71ACD6CF-7EED-2635-618C-E435EB6C9A2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4867" name="Group 3">
            <a:extLst>
              <a:ext uri="{FF2B5EF4-FFF2-40B4-BE49-F238E27FC236}">
                <a16:creationId xmlns:a16="http://schemas.microsoft.com/office/drawing/2014/main" id="{A07988EB-F5C7-6F91-196E-889E89A0B584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3867" name="Straight Arrow Connector 16">
            <a:extLst>
              <a:ext uri="{FF2B5EF4-FFF2-40B4-BE49-F238E27FC236}">
                <a16:creationId xmlns:a16="http://schemas.microsoft.com/office/drawing/2014/main" id="{F85E2837-3F3E-622B-E241-6916AAC503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68" name="Text Box 28">
            <a:extLst>
              <a:ext uri="{FF2B5EF4-FFF2-40B4-BE49-F238E27FC236}">
                <a16:creationId xmlns:a16="http://schemas.microsoft.com/office/drawing/2014/main" id="{C4F689D7-876C-1A61-2FE2-4B47A3EBB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7422711C-3A12-F0E0-AB35-7CE36AEED4E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92888" y="2343150"/>
            <a:ext cx="19050" cy="315913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894" name="Text Box 30">
            <a:extLst>
              <a:ext uri="{FF2B5EF4-FFF2-40B4-BE49-F238E27FC236}">
                <a16:creationId xmlns:a16="http://schemas.microsoft.com/office/drawing/2014/main" id="{4711CDB5-CC0D-A177-AE1F-A9A1C2477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4895" name="Rectangle 3">
            <a:extLst>
              <a:ext uri="{FF2B5EF4-FFF2-40B4-BE49-F238E27FC236}">
                <a16:creationId xmlns:a16="http://schemas.microsoft.com/office/drawing/2014/main" id="{49DA4300-2354-AEFB-56EC-40ACB8BCF223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7030A0"/>
                </a:solidFill>
              </a:rPr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63872" name="Straight Arrow Connector 16">
            <a:extLst>
              <a:ext uri="{FF2B5EF4-FFF2-40B4-BE49-F238E27FC236}">
                <a16:creationId xmlns:a16="http://schemas.microsoft.com/office/drawing/2014/main" id="{B5EAF453-4960-F77F-A9B9-6AAF344EE1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73" name="Text Box 33">
            <a:extLst>
              <a:ext uri="{FF2B5EF4-FFF2-40B4-BE49-F238E27FC236}">
                <a16:creationId xmlns:a16="http://schemas.microsoft.com/office/drawing/2014/main" id="{0EF761B6-76E3-472B-0E64-A55D13834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B005EB4F-D091-5677-4F5A-85F41FA8015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900" name="Text Box 36">
            <a:extLst>
              <a:ext uri="{FF2B5EF4-FFF2-40B4-BE49-F238E27FC236}">
                <a16:creationId xmlns:a16="http://schemas.microsoft.com/office/drawing/2014/main" id="{70847BA8-B697-83C1-E94F-302C98738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4901" name="Freeform 184">
            <a:extLst>
              <a:ext uri="{FF2B5EF4-FFF2-40B4-BE49-F238E27FC236}">
                <a16:creationId xmlns:a16="http://schemas.microsoft.com/office/drawing/2014/main" id="{1374E548-0854-840C-D1C5-B05AD6C11F4C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30A0E6F-687D-17F5-BF1C-39FA1F21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3878" name="Slide Number Placeholder 14">
            <a:extLst>
              <a:ext uri="{FF2B5EF4-FFF2-40B4-BE49-F238E27FC236}">
                <a16:creationId xmlns:a16="http://schemas.microsoft.com/office/drawing/2014/main" id="{681FF49A-757A-95D1-32A3-01F9C98B11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DA0D1E-651E-431C-9FD4-26956F80103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94" grpId="0"/>
      <p:bldP spid="16490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C43B092E-DAC4-31B0-1169-31E170902C5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6915" name="Group 3">
            <a:extLst>
              <a:ext uri="{FF2B5EF4-FFF2-40B4-BE49-F238E27FC236}">
                <a16:creationId xmlns:a16="http://schemas.microsoft.com/office/drawing/2014/main" id="{85A589C8-E840-DF4B-2B5A-9F1DF26367D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5915" name="Straight Arrow Connector 16">
            <a:extLst>
              <a:ext uri="{FF2B5EF4-FFF2-40B4-BE49-F238E27FC236}">
                <a16:creationId xmlns:a16="http://schemas.microsoft.com/office/drawing/2014/main" id="{9055F955-A076-5F4D-F1D0-53A1E1DF18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16" name="Text Box 28">
            <a:extLst>
              <a:ext uri="{FF2B5EF4-FFF2-40B4-BE49-F238E27FC236}">
                <a16:creationId xmlns:a16="http://schemas.microsoft.com/office/drawing/2014/main" id="{A7453B42-0096-34F7-49E9-580AC7ED9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5917" name="Rectangle 3">
            <a:extLst>
              <a:ext uri="{FF2B5EF4-FFF2-40B4-BE49-F238E27FC236}">
                <a16:creationId xmlns:a16="http://schemas.microsoft.com/office/drawing/2014/main" id="{86835969-6FF9-8AB5-108F-A3415E2D1BA3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</a:t>
            </a:r>
            <a:r>
              <a:rPr lang="en-US" altLang="en-US" sz="2000"/>
              <a:t>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65918" name="Straight Arrow Connector 16">
            <a:extLst>
              <a:ext uri="{FF2B5EF4-FFF2-40B4-BE49-F238E27FC236}">
                <a16:creationId xmlns:a16="http://schemas.microsoft.com/office/drawing/2014/main" id="{0389EAC0-9A74-12BA-6BD1-69DEF49CC88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19" name="Text Box 33">
            <a:extLst>
              <a:ext uri="{FF2B5EF4-FFF2-40B4-BE49-F238E27FC236}">
                <a16:creationId xmlns:a16="http://schemas.microsoft.com/office/drawing/2014/main" id="{2BCB00BD-EC89-BAAF-6D68-4FDF6BB4D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65920" name="Straight Arrow Connector 16">
            <a:extLst>
              <a:ext uri="{FF2B5EF4-FFF2-40B4-BE49-F238E27FC236}">
                <a16:creationId xmlns:a16="http://schemas.microsoft.com/office/drawing/2014/main" id="{DDFD182F-90B2-1993-F65D-B3B5C76FD1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21" name="Text Box 35">
            <a:extLst>
              <a:ext uri="{FF2B5EF4-FFF2-40B4-BE49-F238E27FC236}">
                <a16:creationId xmlns:a16="http://schemas.microsoft.com/office/drawing/2014/main" id="{A43436C5-810F-8B7E-65F0-6EE710D96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5922" name="Freeform 184">
            <a:extLst>
              <a:ext uri="{FF2B5EF4-FFF2-40B4-BE49-F238E27FC236}">
                <a16:creationId xmlns:a16="http://schemas.microsoft.com/office/drawing/2014/main" id="{DAB1C710-E60A-AA42-4495-EB0567ED1543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259879A-6203-50BF-490F-E70D76B9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5924" name="Slide Number Placeholder 12">
            <a:extLst>
              <a:ext uri="{FF2B5EF4-FFF2-40B4-BE49-F238E27FC236}">
                <a16:creationId xmlns:a16="http://schemas.microsoft.com/office/drawing/2014/main" id="{A30E16E5-A9E7-592F-3D46-4A3E53C414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A0F7C1-66DB-4A8C-8879-B9C374C36B6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E71EB218-8F14-B96D-770E-8C4F5949C32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171011" name="Group 3">
            <a:extLst>
              <a:ext uri="{FF2B5EF4-FFF2-40B4-BE49-F238E27FC236}">
                <a16:creationId xmlns:a16="http://schemas.microsoft.com/office/drawing/2014/main" id="{2C4E19A1-3F9E-CA65-6ED2-FA5874168F3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19D776-0710-785A-AA71-807CC49D647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36" name="Text Box 28">
            <a:extLst>
              <a:ext uri="{FF2B5EF4-FFF2-40B4-BE49-F238E27FC236}">
                <a16:creationId xmlns:a16="http://schemas.microsoft.com/office/drawing/2014/main" id="{D8F165BA-0308-8378-F0EC-04630B8AD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1037" name="Rectangle 3">
            <a:extLst>
              <a:ext uri="{FF2B5EF4-FFF2-40B4-BE49-F238E27FC236}">
                <a16:creationId xmlns:a16="http://schemas.microsoft.com/office/drawing/2014/main" id="{ECCEBC8A-A8D3-EFB4-CB6B-E916FDF0196D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67966" name="Straight Arrow Connector 16">
            <a:extLst>
              <a:ext uri="{FF2B5EF4-FFF2-40B4-BE49-F238E27FC236}">
                <a16:creationId xmlns:a16="http://schemas.microsoft.com/office/drawing/2014/main" id="{273BE6F6-E1E1-BDBE-794D-1667C190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7967" name="Text Box 31">
            <a:extLst>
              <a:ext uri="{FF2B5EF4-FFF2-40B4-BE49-F238E27FC236}">
                <a16:creationId xmlns:a16="http://schemas.microsoft.com/office/drawing/2014/main" id="{7345C3F9-5813-AB4A-3D80-A8AFFDC09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F5C6527E-C398-044C-30F0-C21E37E854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1" name="Text Box 33">
            <a:extLst>
              <a:ext uri="{FF2B5EF4-FFF2-40B4-BE49-F238E27FC236}">
                <a16:creationId xmlns:a16="http://schemas.microsoft.com/office/drawing/2014/main" id="{2403FEAF-2098-D993-3099-BC7C8574B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1042" name="Freeform 184">
            <a:extLst>
              <a:ext uri="{FF2B5EF4-FFF2-40B4-BE49-F238E27FC236}">
                <a16:creationId xmlns:a16="http://schemas.microsoft.com/office/drawing/2014/main" id="{40350ED6-55FB-50BC-E239-3CD5B13966B7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0B811DD9-DEC8-8629-5FEB-7DAD13F9F9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90625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4" name="Text Box 36">
            <a:extLst>
              <a:ext uri="{FF2B5EF4-FFF2-40B4-BE49-F238E27FC236}">
                <a16:creationId xmlns:a16="http://schemas.microsoft.com/office/drawing/2014/main" id="{E6A3D8A1-4BE7-CCD4-9B1B-C50267F4D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D46E7E69-C3A7-378B-6182-4C084E646E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859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6" name="Text Box 38">
            <a:extLst>
              <a:ext uri="{FF2B5EF4-FFF2-40B4-BE49-F238E27FC236}">
                <a16:creationId xmlns:a16="http://schemas.microsoft.com/office/drawing/2014/main" id="{60146CD5-C28B-7A1C-941E-9C8DF9846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3DFD0BA9-2887-B0E5-D715-43C92D1A41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8" name="Text Box 40">
            <a:extLst>
              <a:ext uri="{FF2B5EF4-FFF2-40B4-BE49-F238E27FC236}">
                <a16:creationId xmlns:a16="http://schemas.microsoft.com/office/drawing/2014/main" id="{C8B12222-AB9C-E710-85E3-37E73CF0A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1049" name="Rectangle 3">
            <a:extLst>
              <a:ext uri="{FF2B5EF4-FFF2-40B4-BE49-F238E27FC236}">
                <a16:creationId xmlns:a16="http://schemas.microsoft.com/office/drawing/2014/main" id="{6D42B27E-A6FB-4F1D-59E4-B53B7D31F792}"/>
              </a:ext>
            </a:extLst>
          </p:cNvPr>
          <p:cNvSpPr>
            <a:spLocks/>
          </p:cNvSpPr>
          <p:nvPr/>
        </p:nvSpPr>
        <p:spPr bwMode="auto">
          <a:xfrm>
            <a:off x="4419600" y="3154363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7C165CC4-35FE-E2D3-AE05-F60DE2E895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51" name="Text Box 43">
            <a:extLst>
              <a:ext uri="{FF2B5EF4-FFF2-40B4-BE49-F238E27FC236}">
                <a16:creationId xmlns:a16="http://schemas.microsoft.com/office/drawing/2014/main" id="{B4E5D4F5-F117-60A6-F3A1-EF2412DF0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80A274E-B756-B7B6-961B-2EC4CA34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7981" name="Slide Number Placeholder 21">
            <a:extLst>
              <a:ext uri="{FF2B5EF4-FFF2-40B4-BE49-F238E27FC236}">
                <a16:creationId xmlns:a16="http://schemas.microsoft.com/office/drawing/2014/main" id="{7459EE04-9E88-5A6C-0943-8D6E354E1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844D0C-0DAA-4980-B121-79B20447B5F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41" grpId="0"/>
      <p:bldP spid="171044" grpId="0"/>
      <p:bldP spid="171044" grpId="1"/>
      <p:bldP spid="171046" grpId="0"/>
      <p:bldP spid="171046" grpId="1"/>
      <p:bldP spid="171048" grpId="0"/>
      <p:bldP spid="17105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321D39DD-49EA-DF8E-6D3E-04BAC6E103F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173059" name="Group 3">
            <a:extLst>
              <a:ext uri="{FF2B5EF4-FFF2-40B4-BE49-F238E27FC236}">
                <a16:creationId xmlns:a16="http://schemas.microsoft.com/office/drawing/2014/main" id="{FB0C6EC4-8E1D-79EA-E2EF-DAA6616AA20A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0011" name="Straight Arrow Connector 16">
            <a:extLst>
              <a:ext uri="{FF2B5EF4-FFF2-40B4-BE49-F238E27FC236}">
                <a16:creationId xmlns:a16="http://schemas.microsoft.com/office/drawing/2014/main" id="{97D89B38-618E-7A39-9D1D-8C4BAA27DB0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2" name="Text Box 31">
            <a:extLst>
              <a:ext uri="{FF2B5EF4-FFF2-40B4-BE49-F238E27FC236}">
                <a16:creationId xmlns:a16="http://schemas.microsoft.com/office/drawing/2014/main" id="{F1AE9572-ADBA-9FCF-2AE3-C67D93EB5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70013" name="Straight Arrow Connector 16">
            <a:extLst>
              <a:ext uri="{FF2B5EF4-FFF2-40B4-BE49-F238E27FC236}">
                <a16:creationId xmlns:a16="http://schemas.microsoft.com/office/drawing/2014/main" id="{8B785305-4693-BC31-347B-FF0A27C8909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4" name="Text Box 40">
            <a:extLst>
              <a:ext uri="{FF2B5EF4-FFF2-40B4-BE49-F238E27FC236}">
                <a16:creationId xmlns:a16="http://schemas.microsoft.com/office/drawing/2014/main" id="{E4A125FB-C06B-9631-D6E1-DF22F187F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0015" name="Straight Arrow Connector 16">
            <a:extLst>
              <a:ext uri="{FF2B5EF4-FFF2-40B4-BE49-F238E27FC236}">
                <a16:creationId xmlns:a16="http://schemas.microsoft.com/office/drawing/2014/main" id="{A0286056-9ACF-F798-604C-FE49AEDA32E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6" name="Text Box 43">
            <a:extLst>
              <a:ext uri="{FF2B5EF4-FFF2-40B4-BE49-F238E27FC236}">
                <a16:creationId xmlns:a16="http://schemas.microsoft.com/office/drawing/2014/main" id="{02A6E1F6-B388-069D-157D-7AE180F27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0017" name="Freeform 184">
            <a:extLst>
              <a:ext uri="{FF2B5EF4-FFF2-40B4-BE49-F238E27FC236}">
                <a16:creationId xmlns:a16="http://schemas.microsoft.com/office/drawing/2014/main" id="{BD094A8C-2DCC-8708-8E22-2E97FC5A091A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70018" name="Rectangle 3">
            <a:extLst>
              <a:ext uri="{FF2B5EF4-FFF2-40B4-BE49-F238E27FC236}">
                <a16:creationId xmlns:a16="http://schemas.microsoft.com/office/drawing/2014/main" id="{21642766-87C1-6D7C-84A1-4EDB00439E86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70019" name="Rectangle 3">
            <a:extLst>
              <a:ext uri="{FF2B5EF4-FFF2-40B4-BE49-F238E27FC236}">
                <a16:creationId xmlns:a16="http://schemas.microsoft.com/office/drawing/2014/main" id="{B9C3E008-886F-9726-3A1D-57D9E2E9DE7F}"/>
              </a:ext>
            </a:extLst>
          </p:cNvPr>
          <p:cNvSpPr>
            <a:spLocks/>
          </p:cNvSpPr>
          <p:nvPr/>
        </p:nvSpPr>
        <p:spPr bwMode="auto">
          <a:xfrm>
            <a:off x="4419600" y="3154363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A6E0F5FD-76D0-B6F3-C327-1C819CB2F3A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5107" name="Group 3">
            <a:extLst>
              <a:ext uri="{FF2B5EF4-FFF2-40B4-BE49-F238E27FC236}">
                <a16:creationId xmlns:a16="http://schemas.microsoft.com/office/drawing/2014/main" id="{E4248212-824B-BDB6-90AA-BE83E5D44859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5131" name="Rectangle 3">
            <a:extLst>
              <a:ext uri="{FF2B5EF4-FFF2-40B4-BE49-F238E27FC236}">
                <a16:creationId xmlns:a16="http://schemas.microsoft.com/office/drawing/2014/main" id="{9C83DAA4-EF32-6874-0326-2F520D35C9EE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72060" name="Straight Arrow Connector 16">
            <a:extLst>
              <a:ext uri="{FF2B5EF4-FFF2-40B4-BE49-F238E27FC236}">
                <a16:creationId xmlns:a16="http://schemas.microsoft.com/office/drawing/2014/main" id="{517EF3A9-EEB9-C4F2-BEF2-F52CBF879B1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061" name="Text Box 29">
            <a:extLst>
              <a:ext uri="{FF2B5EF4-FFF2-40B4-BE49-F238E27FC236}">
                <a16:creationId xmlns:a16="http://schemas.microsoft.com/office/drawing/2014/main" id="{98EE1B4E-C640-01CA-B3A6-9EBA67A26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1325AF23-7442-908F-BDB3-FF4839063D2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35" name="Text Box 31">
            <a:extLst>
              <a:ext uri="{FF2B5EF4-FFF2-40B4-BE49-F238E27FC236}">
                <a16:creationId xmlns:a16="http://schemas.microsoft.com/office/drawing/2014/main" id="{35AF53BE-F42F-3AD7-F3E2-932F20942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2064" name="Straight Arrow Connector 16">
            <a:extLst>
              <a:ext uri="{FF2B5EF4-FFF2-40B4-BE49-F238E27FC236}">
                <a16:creationId xmlns:a16="http://schemas.microsoft.com/office/drawing/2014/main" id="{5570C520-1B2C-AC50-4340-7E34823A50F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065" name="Text Box 34">
            <a:extLst>
              <a:ext uri="{FF2B5EF4-FFF2-40B4-BE49-F238E27FC236}">
                <a16:creationId xmlns:a16="http://schemas.microsoft.com/office/drawing/2014/main" id="{65BD3D5A-BA23-6291-1973-476889008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2066" name="Freeform 184">
            <a:extLst>
              <a:ext uri="{FF2B5EF4-FFF2-40B4-BE49-F238E27FC236}">
                <a16:creationId xmlns:a16="http://schemas.microsoft.com/office/drawing/2014/main" id="{9E6AF2D3-41AE-2788-1F61-AA94EA6A22F0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CD7DD697-9307-F154-85B0-0894522FA7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24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1" name="Text Box 37">
            <a:extLst>
              <a:ext uri="{FF2B5EF4-FFF2-40B4-BE49-F238E27FC236}">
                <a16:creationId xmlns:a16="http://schemas.microsoft.com/office/drawing/2014/main" id="{39B01130-F8D2-9521-3B45-951F49762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71979B17-E69D-A500-BCAE-5797024E89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86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3" name="Text Box 39">
            <a:extLst>
              <a:ext uri="{FF2B5EF4-FFF2-40B4-BE49-F238E27FC236}">
                <a16:creationId xmlns:a16="http://schemas.microsoft.com/office/drawing/2014/main" id="{E44D1DAC-A5B8-47C9-8E7C-865844CA5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8549795B-3844-0B92-BF6B-C45BBA2857B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5" name="Text Box 41">
            <a:extLst>
              <a:ext uri="{FF2B5EF4-FFF2-40B4-BE49-F238E27FC236}">
                <a16:creationId xmlns:a16="http://schemas.microsoft.com/office/drawing/2014/main" id="{8ADCE6CB-D7C7-0CD3-A737-8C2C76401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F664170-3D90-9E77-3195-AEECA4FE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2074" name="Slide Number Placeholder 18">
            <a:extLst>
              <a:ext uri="{FF2B5EF4-FFF2-40B4-BE49-F238E27FC236}">
                <a16:creationId xmlns:a16="http://schemas.microsoft.com/office/drawing/2014/main" id="{9B952594-34D0-0513-8747-86C2D25B3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AB27E3-0E1E-4211-BB2D-FDED91E723C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35" grpId="0"/>
      <p:bldP spid="175141" grpId="0"/>
      <p:bldP spid="175141" grpId="1"/>
      <p:bldP spid="175143" grpId="0"/>
      <p:bldP spid="175143" grpId="1"/>
      <p:bldP spid="17514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60EB49A7-0682-C8CD-7032-5BBC4EF880D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7155" name="Group 3">
            <a:extLst>
              <a:ext uri="{FF2B5EF4-FFF2-40B4-BE49-F238E27FC236}">
                <a16:creationId xmlns:a16="http://schemas.microsoft.com/office/drawing/2014/main" id="{F1571E93-7A31-F8F5-AEF4-27ECC5653ED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4107" name="Straight Arrow Connector 16">
            <a:extLst>
              <a:ext uri="{FF2B5EF4-FFF2-40B4-BE49-F238E27FC236}">
                <a16:creationId xmlns:a16="http://schemas.microsoft.com/office/drawing/2014/main" id="{BB08F3E3-CFE2-15E4-E2D4-0F7023F685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08" name="Text Box 29">
            <a:extLst>
              <a:ext uri="{FF2B5EF4-FFF2-40B4-BE49-F238E27FC236}">
                <a16:creationId xmlns:a16="http://schemas.microsoft.com/office/drawing/2014/main" id="{F610F31A-E669-A3DF-BEE6-D67DB494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77184" name="Rectangle 3">
            <a:extLst>
              <a:ext uri="{FF2B5EF4-FFF2-40B4-BE49-F238E27FC236}">
                <a16:creationId xmlns:a16="http://schemas.microsoft.com/office/drawing/2014/main" id="{F2763F9E-BA93-C453-86BA-26000B189F85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A6C069BE-4DC7-E4A6-D885-DDF14B1979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336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7186" name="Text Box 34">
            <a:extLst>
              <a:ext uri="{FF2B5EF4-FFF2-40B4-BE49-F238E27FC236}">
                <a16:creationId xmlns:a16="http://schemas.microsoft.com/office/drawing/2014/main" id="{F263BDEC-F1BA-9412-9389-A613E74CA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495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7187" name="Freeform 184">
            <a:extLst>
              <a:ext uri="{FF2B5EF4-FFF2-40B4-BE49-F238E27FC236}">
                <a16:creationId xmlns:a16="http://schemas.microsoft.com/office/drawing/2014/main" id="{81A828BD-25B8-A7A1-7FFC-C5A48D67FB1B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D63C1DF3-CE08-5D2F-BB90-5C585693C4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7195" name="Text Box 43">
            <a:extLst>
              <a:ext uri="{FF2B5EF4-FFF2-40B4-BE49-F238E27FC236}">
                <a16:creationId xmlns:a16="http://schemas.microsoft.com/office/drawing/2014/main" id="{F4CBC01D-9335-6AD7-04F2-C86229796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74115" name="Straight Arrow Connector 16">
            <a:extLst>
              <a:ext uri="{FF2B5EF4-FFF2-40B4-BE49-F238E27FC236}">
                <a16:creationId xmlns:a16="http://schemas.microsoft.com/office/drawing/2014/main" id="{8E875DBB-7385-6062-782A-E84DF63C58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16" name="Text Box 45">
            <a:extLst>
              <a:ext uri="{FF2B5EF4-FFF2-40B4-BE49-F238E27FC236}">
                <a16:creationId xmlns:a16="http://schemas.microsoft.com/office/drawing/2014/main" id="{75ED119C-4593-0CA4-48AA-6703BA834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08FBA68-4084-9BBF-B085-A9B163A6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4118" name="Slide Number Placeholder 15">
            <a:extLst>
              <a:ext uri="{FF2B5EF4-FFF2-40B4-BE49-F238E27FC236}">
                <a16:creationId xmlns:a16="http://schemas.microsoft.com/office/drawing/2014/main" id="{5032BB9D-21A7-8CB4-6D02-86BD35FBBA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B1CECD-43FC-406C-95DF-5923E106287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74119" name="Rectangle 3">
            <a:extLst>
              <a:ext uri="{FF2B5EF4-FFF2-40B4-BE49-F238E27FC236}">
                <a16:creationId xmlns:a16="http://schemas.microsoft.com/office/drawing/2014/main" id="{4EF7A53B-4A9A-FA2F-C310-62ECD56A27CD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6" grpId="0"/>
      <p:bldP spid="17719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CF61860D-2034-EF91-B6E4-86126DB7D0A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9203" name="Group 3">
            <a:extLst>
              <a:ext uri="{FF2B5EF4-FFF2-40B4-BE49-F238E27FC236}">
                <a16:creationId xmlns:a16="http://schemas.microsoft.com/office/drawing/2014/main" id="{0A616283-6CC5-4E9D-84F9-E7DD8E30031F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6155" name="Straight Arrow Connector 16">
            <a:extLst>
              <a:ext uri="{FF2B5EF4-FFF2-40B4-BE49-F238E27FC236}">
                <a16:creationId xmlns:a16="http://schemas.microsoft.com/office/drawing/2014/main" id="{68F704DA-610A-8BC0-5626-69C4D767A08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156" name="Freeform 184">
            <a:extLst>
              <a:ext uri="{FF2B5EF4-FFF2-40B4-BE49-F238E27FC236}">
                <a16:creationId xmlns:a16="http://schemas.microsoft.com/office/drawing/2014/main" id="{DC16F2D5-73C4-A329-C9CA-0D3C2975EB17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176157" name="Straight Arrow Connector 16">
            <a:extLst>
              <a:ext uri="{FF2B5EF4-FFF2-40B4-BE49-F238E27FC236}">
                <a16:creationId xmlns:a16="http://schemas.microsoft.com/office/drawing/2014/main" id="{78E98E8D-976A-12BC-2CA4-CA4AEB90EDD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158" name="Text Box 35">
            <a:extLst>
              <a:ext uri="{FF2B5EF4-FFF2-40B4-BE49-F238E27FC236}">
                <a16:creationId xmlns:a16="http://schemas.microsoft.com/office/drawing/2014/main" id="{B428FD90-C1B4-3C8E-EE86-38364EE87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76159" name="Straight Arrow Connector 16">
            <a:extLst>
              <a:ext uri="{FF2B5EF4-FFF2-40B4-BE49-F238E27FC236}">
                <a16:creationId xmlns:a16="http://schemas.microsoft.com/office/drawing/2014/main" id="{7C983BFF-007C-E38F-132D-FFA35F3EDFF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41950" y="2308225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7DB676F-A514-D408-B65F-29D4FF07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6161" name="Slide Number Placeholder 13">
            <a:extLst>
              <a:ext uri="{FF2B5EF4-FFF2-40B4-BE49-F238E27FC236}">
                <a16:creationId xmlns:a16="http://schemas.microsoft.com/office/drawing/2014/main" id="{15C978A8-9FC3-5D9D-DC91-6BAED328E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E81961-1B9A-4D6A-A1B4-F3D21C5897A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76162" name="Rectangle 3">
            <a:extLst>
              <a:ext uri="{FF2B5EF4-FFF2-40B4-BE49-F238E27FC236}">
                <a16:creationId xmlns:a16="http://schemas.microsoft.com/office/drawing/2014/main" id="{1DB66CAE-8A2F-7502-8C11-20665C755D5C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76163" name="Rectangle 3">
            <a:extLst>
              <a:ext uri="{FF2B5EF4-FFF2-40B4-BE49-F238E27FC236}">
                <a16:creationId xmlns:a16="http://schemas.microsoft.com/office/drawing/2014/main" id="{B2CBF5D5-5164-1A19-B991-9A7AAA73674A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76164" name="Text Box 45">
            <a:extLst>
              <a:ext uri="{FF2B5EF4-FFF2-40B4-BE49-F238E27FC236}">
                <a16:creationId xmlns:a16="http://schemas.microsoft.com/office/drawing/2014/main" id="{B4FAE5A8-DFD2-E2ED-12EE-3557990C6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5908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6165" name="Text Box 29">
            <a:extLst>
              <a:ext uri="{FF2B5EF4-FFF2-40B4-BE49-F238E27FC236}">
                <a16:creationId xmlns:a16="http://schemas.microsoft.com/office/drawing/2014/main" id="{0CB6C838-F884-CAF4-5594-4F17C3A3D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84956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2F8F126A-66FB-434A-348F-DE85008148F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 Recursive calls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61DB238D-9D38-EE74-2F58-991C9AEC41BB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8203" name="Straight Arrow Connector 16">
            <a:extLst>
              <a:ext uri="{FF2B5EF4-FFF2-40B4-BE49-F238E27FC236}">
                <a16:creationId xmlns:a16="http://schemas.microsoft.com/office/drawing/2014/main" id="{2908F7B2-8370-6E09-6F4C-E6A74339B77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17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83332" name="Group 36">
            <a:extLst>
              <a:ext uri="{FF2B5EF4-FFF2-40B4-BE49-F238E27FC236}">
                <a16:creationId xmlns:a16="http://schemas.microsoft.com/office/drawing/2014/main" id="{EA0D416B-8A19-ED90-2700-4CE826AA385A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886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99C4AFFD-CC4C-DDEA-3827-332A676E792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48363" y="429577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59" name="Text Box 63">
            <a:extLst>
              <a:ext uri="{FF2B5EF4-FFF2-40B4-BE49-F238E27FC236}">
                <a16:creationId xmlns:a16="http://schemas.microsoft.com/office/drawing/2014/main" id="{F7C6C52D-32FD-B50B-326C-AD6E6E834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41838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2AACAF6F-3BFA-C914-83E8-30825DCAA3A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97363" y="42878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61" name="Text Box 65">
            <a:extLst>
              <a:ext uri="{FF2B5EF4-FFF2-40B4-BE49-F238E27FC236}">
                <a16:creationId xmlns:a16="http://schemas.microsoft.com/office/drawing/2014/main" id="{AC7EBF99-7895-4AEA-ABA4-3D0399D16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27550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183362" name="Text Box 66">
            <a:extLst>
              <a:ext uri="{FF2B5EF4-FFF2-40B4-BE49-F238E27FC236}">
                <a16:creationId xmlns:a16="http://schemas.microsoft.com/office/drawing/2014/main" id="{B35C3D5B-93A9-5567-A89B-B3544009E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45767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3363" name="Text Box 67">
            <a:extLst>
              <a:ext uri="{FF2B5EF4-FFF2-40B4-BE49-F238E27FC236}">
                <a16:creationId xmlns:a16="http://schemas.microsoft.com/office/drawing/2014/main" id="{D57BFDB3-B97C-63C7-4213-4CD835DC2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98975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N -1</a:t>
            </a:r>
          </a:p>
        </p:txBody>
      </p:sp>
      <p:sp>
        <p:nvSpPr>
          <p:cNvPr id="183364" name="Line 68">
            <a:extLst>
              <a:ext uri="{FF2B5EF4-FFF2-40B4-BE49-F238E27FC236}">
                <a16:creationId xmlns:a16="http://schemas.microsoft.com/office/drawing/2014/main" id="{8731DF9E-5784-56E9-A840-3CCB88C7B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928938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A210B93D-1F42-A691-77BF-FDDAA232499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1000" y="43053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66" name="Rectangle 70">
            <a:extLst>
              <a:ext uri="{FF2B5EF4-FFF2-40B4-BE49-F238E27FC236}">
                <a16:creationId xmlns:a16="http://schemas.microsoft.com/office/drawing/2014/main" id="{4F829132-EDCC-168A-403D-CE94C95D8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3881438"/>
            <a:ext cx="47101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67" name="Rectangle 71">
            <a:extLst>
              <a:ext uri="{FF2B5EF4-FFF2-40B4-BE49-F238E27FC236}">
                <a16:creationId xmlns:a16="http://schemas.microsoft.com/office/drawing/2014/main" id="{3C2F4D4C-F246-07AA-2420-71B6464DB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886200"/>
            <a:ext cx="2362200" cy="38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148AE0D-293F-BC90-25EE-514240EC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8239" name="Slide Number Placeholder 17">
            <a:extLst>
              <a:ext uri="{FF2B5EF4-FFF2-40B4-BE49-F238E27FC236}">
                <a16:creationId xmlns:a16="http://schemas.microsoft.com/office/drawing/2014/main" id="{796F36CB-86E3-C13C-6DDC-6C98BFA4EF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885794-11F4-42F7-8C26-7C40CC8BDA7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19" name="Straight Arrow Connector 16">
            <a:extLst>
              <a:ext uri="{FF2B5EF4-FFF2-40B4-BE49-F238E27FC236}">
                <a16:creationId xmlns:a16="http://schemas.microsoft.com/office/drawing/2014/main" id="{20CADCEC-8230-35F8-4DFE-9ABEA4559D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4267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241" name="Text Box 29">
            <a:extLst>
              <a:ext uri="{FF2B5EF4-FFF2-40B4-BE49-F238E27FC236}">
                <a16:creationId xmlns:a16="http://schemas.microsoft.com/office/drawing/2014/main" id="{5B06FDC7-726B-CE87-176F-E7C6EE6FB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Text Box 45">
            <a:extLst>
              <a:ext uri="{FF2B5EF4-FFF2-40B4-BE49-F238E27FC236}">
                <a16:creationId xmlns:a16="http://schemas.microsoft.com/office/drawing/2014/main" id="{6C0BCF92-FFE0-0CF5-368B-70B6A2EFF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41910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59" grpId="0"/>
      <p:bldP spid="183361" grpId="0"/>
      <p:bldP spid="183362" grpId="0"/>
      <p:bldP spid="183363" grpId="0"/>
      <p:bldP spid="183366" grpId="0" animBg="1"/>
      <p:bldP spid="183367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54E73F9D-8073-0889-72F4-FC227768F1A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 Left Recursive call</a:t>
            </a:r>
          </a:p>
        </p:txBody>
      </p:sp>
      <p:graphicFrame>
        <p:nvGraphicFramePr>
          <p:cNvPr id="185404" name="Group 60">
            <a:extLst>
              <a:ext uri="{FF2B5EF4-FFF2-40B4-BE49-F238E27FC236}">
                <a16:creationId xmlns:a16="http://schemas.microsoft.com/office/drawing/2014/main" id="{BA95F003-42B2-34DA-7C16-FB85A9337E3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E6D15BD-A614-FEEA-9899-A48A0756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0244" name="Slide Number Placeholder 10">
            <a:extLst>
              <a:ext uri="{FF2B5EF4-FFF2-40B4-BE49-F238E27FC236}">
                <a16:creationId xmlns:a16="http://schemas.microsoft.com/office/drawing/2014/main" id="{A9604D29-889D-05CE-778F-0651B0B11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CE7A3E-DC47-467D-9383-6777CA54FD5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404" name="Group 60">
            <a:extLst>
              <a:ext uri="{FF2B5EF4-FFF2-40B4-BE49-F238E27FC236}">
                <a16:creationId xmlns:a16="http://schemas.microsoft.com/office/drawing/2014/main" id="{FD0C14CE-A9D9-EE54-A462-B470778FA04C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2290" name="Straight Arrow Connector 16">
            <a:extLst>
              <a:ext uri="{FF2B5EF4-FFF2-40B4-BE49-F238E27FC236}">
                <a16:creationId xmlns:a16="http://schemas.microsoft.com/office/drawing/2014/main" id="{371C619F-F3AD-5427-E659-F7D9424105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291" name="Straight Arrow Connector 16">
            <a:extLst>
              <a:ext uri="{FF2B5EF4-FFF2-40B4-BE49-F238E27FC236}">
                <a16:creationId xmlns:a16="http://schemas.microsoft.com/office/drawing/2014/main" id="{8AF56BC0-B387-722A-2610-F2F73C0C86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436813" y="23891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292" name="Straight Arrow Connector 16">
            <a:extLst>
              <a:ext uri="{FF2B5EF4-FFF2-40B4-BE49-F238E27FC236}">
                <a16:creationId xmlns:a16="http://schemas.microsoft.com/office/drawing/2014/main" id="{55C7B5BA-A8D5-7DC0-4B4D-BFAE1EC12DF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2350" y="23749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51913C9-EA08-E280-30B3-C4D8B8F8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2294" name="Slide Number Placeholder 10">
            <a:extLst>
              <a:ext uri="{FF2B5EF4-FFF2-40B4-BE49-F238E27FC236}">
                <a16:creationId xmlns:a16="http://schemas.microsoft.com/office/drawing/2014/main" id="{4189F944-E1B2-EDC0-C3E4-D29F6DD6CC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F6C379-9532-4CBC-83BF-02C80A6B2B7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AD98A3E-BF93-92D5-D4F9-D2C0EA15994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Pivot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D02490-EEDA-52B2-35AB-BCF3AF02A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35280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E30BD-C026-E285-FB5A-44EFA4BCE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6715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3</a:t>
            </a:r>
          </a:p>
        </p:txBody>
      </p:sp>
      <p:graphicFrame>
        <p:nvGraphicFramePr>
          <p:cNvPr id="16" name="Group 60">
            <a:extLst>
              <a:ext uri="{FF2B5EF4-FFF2-40B4-BE49-F238E27FC236}">
                <a16:creationId xmlns:a16="http://schemas.microsoft.com/office/drawing/2014/main" id="{3ABD15BA-751E-93EF-A4F6-A69541B0AD6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Multiply 20">
            <a:extLst>
              <a:ext uri="{FF2B5EF4-FFF2-40B4-BE49-F238E27FC236}">
                <a16:creationId xmlns:a16="http://schemas.microsoft.com/office/drawing/2014/main" id="{44CE5D9F-A626-88F4-4E5D-7D136E74E68B}"/>
              </a:ext>
            </a:extLst>
          </p:cNvPr>
          <p:cNvSpPr/>
          <p:nvPr/>
        </p:nvSpPr>
        <p:spPr>
          <a:xfrm>
            <a:off x="2133600" y="3352800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92197568-EF1E-A7F1-A13B-C2094EEBDEFF}"/>
              </a:ext>
            </a:extLst>
          </p:cNvPr>
          <p:cNvSpPr/>
          <p:nvPr/>
        </p:nvSpPr>
        <p:spPr>
          <a:xfrm>
            <a:off x="2133600" y="3824288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574785-813D-68A7-C83E-89E92E63C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57688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4  &gt;  3</a:t>
            </a:r>
          </a:p>
        </p:txBody>
      </p:sp>
      <p:sp>
        <p:nvSpPr>
          <p:cNvPr id="24" name="Freeform 184">
            <a:extLst>
              <a:ext uri="{FF2B5EF4-FFF2-40B4-BE49-F238E27FC236}">
                <a16:creationId xmlns:a16="http://schemas.microsoft.com/office/drawing/2014/main" id="{481A9D74-C1F3-E562-BE70-03F53BBFB926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C16FAE00-20D9-DD0D-D7C9-775C9B9807D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Pivot Swap out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79150F29-BE63-63D4-DF60-F4F0D5874F1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4339" name="Straight Arrow Connector 16">
            <a:extLst>
              <a:ext uri="{FF2B5EF4-FFF2-40B4-BE49-F238E27FC236}">
                <a16:creationId xmlns:a16="http://schemas.microsoft.com/office/drawing/2014/main" id="{2572C523-4D3A-DDB5-3C5F-CE13C9E390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40" name="Text Box 20">
            <a:extLst>
              <a:ext uri="{FF2B5EF4-FFF2-40B4-BE49-F238E27FC236}">
                <a16:creationId xmlns:a16="http://schemas.microsoft.com/office/drawing/2014/main" id="{CFB8A621-57A6-0448-CB8D-9D30AC0CD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4341" name="Text Box 21">
            <a:extLst>
              <a:ext uri="{FF2B5EF4-FFF2-40B4-BE49-F238E27FC236}">
                <a16:creationId xmlns:a16="http://schemas.microsoft.com/office/drawing/2014/main" id="{BFEE8CE8-DD33-176A-84E7-3ABBDEDA0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4342" name="Text Box 22">
            <a:extLst>
              <a:ext uri="{FF2B5EF4-FFF2-40B4-BE49-F238E27FC236}">
                <a16:creationId xmlns:a16="http://schemas.microsoft.com/office/drawing/2014/main" id="{8F91CD92-CEA7-B28A-05D9-B20957092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4343" name="Straight Arrow Connector 16">
            <a:extLst>
              <a:ext uri="{FF2B5EF4-FFF2-40B4-BE49-F238E27FC236}">
                <a16:creationId xmlns:a16="http://schemas.microsoft.com/office/drawing/2014/main" id="{E4A74413-198B-E19F-E2EC-C904B3331B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44" name="Straight Arrow Connector 16">
            <a:extLst>
              <a:ext uri="{FF2B5EF4-FFF2-40B4-BE49-F238E27FC236}">
                <a16:creationId xmlns:a16="http://schemas.microsoft.com/office/drawing/2014/main" id="{245363DC-D64A-B6D3-9A61-E1918F18534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45" name="Freeform 184">
            <a:extLst>
              <a:ext uri="{FF2B5EF4-FFF2-40B4-BE49-F238E27FC236}">
                <a16:creationId xmlns:a16="http://schemas.microsoft.com/office/drawing/2014/main" id="{9F4AB31D-9AD6-FF6A-BF30-1EFBA1ECD0D0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695B464-6EBB-D653-4986-42B873CD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4347" name="Slide Number Placeholder 11">
            <a:extLst>
              <a:ext uri="{FF2B5EF4-FFF2-40B4-BE49-F238E27FC236}">
                <a16:creationId xmlns:a16="http://schemas.microsoft.com/office/drawing/2014/main" id="{42208683-E95C-D61D-0A86-2A884968AC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AA7ED4-0B67-475D-8659-327F8E9AC8E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3D0A2E19-D888-F0CE-0B52-D880C91DE74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Movements</a:t>
            </a:r>
          </a:p>
        </p:txBody>
      </p:sp>
      <p:graphicFrame>
        <p:nvGraphicFramePr>
          <p:cNvPr id="189443" name="Group 3">
            <a:extLst>
              <a:ext uri="{FF2B5EF4-FFF2-40B4-BE49-F238E27FC236}">
                <a16:creationId xmlns:a16="http://schemas.microsoft.com/office/drawing/2014/main" id="{C4DF7A1D-CCE6-409F-B99B-16048DD6A9F1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90CA77-B2C5-3E23-660A-64280CC7D9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460" name="Text Box 20">
            <a:extLst>
              <a:ext uri="{FF2B5EF4-FFF2-40B4-BE49-F238E27FC236}">
                <a16:creationId xmlns:a16="http://schemas.microsoft.com/office/drawing/2014/main" id="{F99B7CA2-6CC2-675D-BE32-0AAA31D25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6389" name="Text Box 21">
            <a:extLst>
              <a:ext uri="{FF2B5EF4-FFF2-40B4-BE49-F238E27FC236}">
                <a16:creationId xmlns:a16="http://schemas.microsoft.com/office/drawing/2014/main" id="{FC7F24C2-A879-10BC-BE40-0F3B9655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6390" name="Text Box 22">
            <a:extLst>
              <a:ext uri="{FF2B5EF4-FFF2-40B4-BE49-F238E27FC236}">
                <a16:creationId xmlns:a16="http://schemas.microsoft.com/office/drawing/2014/main" id="{1CAE5626-2F6A-9AD3-77EE-647A1098D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6391" name="Straight Arrow Connector 16">
            <a:extLst>
              <a:ext uri="{FF2B5EF4-FFF2-40B4-BE49-F238E27FC236}">
                <a16:creationId xmlns:a16="http://schemas.microsoft.com/office/drawing/2014/main" id="{B79D00EF-E60E-078E-9C18-818DF2CFA2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6392" name="Straight Arrow Connector 16">
            <a:extLst>
              <a:ext uri="{FF2B5EF4-FFF2-40B4-BE49-F238E27FC236}">
                <a16:creationId xmlns:a16="http://schemas.microsoft.com/office/drawing/2014/main" id="{3D0260F1-9A2A-62CA-6306-A5FB5C39FE9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37A3BA-6ECB-3BCE-1AC7-03CD8BF6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6394" name="Slide Number Placeholder 10">
            <a:extLst>
              <a:ext uri="{FF2B5EF4-FFF2-40B4-BE49-F238E27FC236}">
                <a16:creationId xmlns:a16="http://schemas.microsoft.com/office/drawing/2014/main" id="{DE907B4F-A150-B18E-C91E-7244A42744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33FAD7-CF82-436A-A75D-180E1FB075B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031E-6 L 0.175 0.0039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00416 L 0.17274 0.0025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8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6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3B25B131-58AE-AE2F-96B3-7D34BEAAC41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C65906A0-AA25-D5F7-E6AF-CDC882B9FAF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8435" name="Straight Arrow Connector 16">
            <a:extLst>
              <a:ext uri="{FF2B5EF4-FFF2-40B4-BE49-F238E27FC236}">
                <a16:creationId xmlns:a16="http://schemas.microsoft.com/office/drawing/2014/main" id="{DE2D730C-04A3-2441-4E99-EE5B841F305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8436" name="Text Box 20">
            <a:extLst>
              <a:ext uri="{FF2B5EF4-FFF2-40B4-BE49-F238E27FC236}">
                <a16:creationId xmlns:a16="http://schemas.microsoft.com/office/drawing/2014/main" id="{99FCD753-438D-8BB7-6628-FEC370D5E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8437" name="Text Box 21">
            <a:extLst>
              <a:ext uri="{FF2B5EF4-FFF2-40B4-BE49-F238E27FC236}">
                <a16:creationId xmlns:a16="http://schemas.microsoft.com/office/drawing/2014/main" id="{67F99F6B-6CBF-C084-F816-B6A4BA77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8438" name="Text Box 22">
            <a:extLst>
              <a:ext uri="{FF2B5EF4-FFF2-40B4-BE49-F238E27FC236}">
                <a16:creationId xmlns:a16="http://schemas.microsoft.com/office/drawing/2014/main" id="{D4FEB494-DAAF-E381-2C02-9F65ABAA3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8439" name="Straight Arrow Connector 16">
            <a:extLst>
              <a:ext uri="{FF2B5EF4-FFF2-40B4-BE49-F238E27FC236}">
                <a16:creationId xmlns:a16="http://schemas.microsoft.com/office/drawing/2014/main" id="{2093E24C-CAFE-1F62-992D-A133C2B9D2E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8440" name="Straight Arrow Connector 16">
            <a:extLst>
              <a:ext uri="{FF2B5EF4-FFF2-40B4-BE49-F238E27FC236}">
                <a16:creationId xmlns:a16="http://schemas.microsoft.com/office/drawing/2014/main" id="{2F05FF24-6B20-2273-8266-C9003770609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8441" name="Freeform 184">
            <a:extLst>
              <a:ext uri="{FF2B5EF4-FFF2-40B4-BE49-F238E27FC236}">
                <a16:creationId xmlns:a16="http://schemas.microsoft.com/office/drawing/2014/main" id="{5141B2E5-C68B-A23B-6654-65BFB15860D1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468C590-A02B-2F69-CB8C-A40C261A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8443" name="Slide Number Placeholder 11">
            <a:extLst>
              <a:ext uri="{FF2B5EF4-FFF2-40B4-BE49-F238E27FC236}">
                <a16:creationId xmlns:a16="http://schemas.microsoft.com/office/drawing/2014/main" id="{7DE02A43-6C3B-E5E8-4C77-A8D553394E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352B37-0D2F-48CF-80EE-FA6C4020275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9CD19814-4444-2F8D-327D-46F47960967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 Left Recursive call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Step 1: Swap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66A294AC-A942-B362-B62D-7658E9CD0269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0483" name="Straight Arrow Connector 16">
            <a:extLst>
              <a:ext uri="{FF2B5EF4-FFF2-40B4-BE49-F238E27FC236}">
                <a16:creationId xmlns:a16="http://schemas.microsoft.com/office/drawing/2014/main" id="{33B26395-36BF-10B3-E3EE-113632ECDDC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0484" name="Text Box 20">
            <a:extLst>
              <a:ext uri="{FF2B5EF4-FFF2-40B4-BE49-F238E27FC236}">
                <a16:creationId xmlns:a16="http://schemas.microsoft.com/office/drawing/2014/main" id="{F848A3FE-7594-3580-80CB-C22710CC5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0485" name="Text Box 21">
            <a:extLst>
              <a:ext uri="{FF2B5EF4-FFF2-40B4-BE49-F238E27FC236}">
                <a16:creationId xmlns:a16="http://schemas.microsoft.com/office/drawing/2014/main" id="{FEEA799F-121F-1D08-E269-A3220F0A7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0486" name="Text Box 22">
            <a:extLst>
              <a:ext uri="{FF2B5EF4-FFF2-40B4-BE49-F238E27FC236}">
                <a16:creationId xmlns:a16="http://schemas.microsoft.com/office/drawing/2014/main" id="{9FAE493D-8454-B976-14C2-0C66401BF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90487" name="Straight Arrow Connector 16">
            <a:extLst>
              <a:ext uri="{FF2B5EF4-FFF2-40B4-BE49-F238E27FC236}">
                <a16:creationId xmlns:a16="http://schemas.microsoft.com/office/drawing/2014/main" id="{DADA5706-A853-4478-0A3A-7FC996ECF96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0488" name="Straight Arrow Connector 16">
            <a:extLst>
              <a:ext uri="{FF2B5EF4-FFF2-40B4-BE49-F238E27FC236}">
                <a16:creationId xmlns:a16="http://schemas.microsoft.com/office/drawing/2014/main" id="{AFC8A070-7368-A688-BF46-78DCAD81B3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0489" name="Freeform 184">
            <a:extLst>
              <a:ext uri="{FF2B5EF4-FFF2-40B4-BE49-F238E27FC236}">
                <a16:creationId xmlns:a16="http://schemas.microsoft.com/office/drawing/2014/main" id="{5AC6D8CE-6B6C-95C4-8B3A-50B244E31A5E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CE77CFD-12A2-6B6D-09AC-3FAC8B3C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0491" name="Slide Number Placeholder 11">
            <a:extLst>
              <a:ext uri="{FF2B5EF4-FFF2-40B4-BE49-F238E27FC236}">
                <a16:creationId xmlns:a16="http://schemas.microsoft.com/office/drawing/2014/main" id="{D5A77D9E-C686-42C8-3212-CD15B7FDA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1CB918-CFD3-47F7-9940-D2A83F2DA71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2FE406FE-4F87-508E-609B-C4E234A1884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Movements</a:t>
            </a:r>
            <a:endParaRPr lang="en-US" sz="3400" cap="none" dirty="0">
              <a:ln>
                <a:noFill/>
              </a:ln>
              <a:solidFill>
                <a:schemeClr val="tx1"/>
              </a:solidFill>
              <a:latin typeface="Trebuchet MS" pitchFamily="34" charset="0"/>
            </a:endParaRP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2DA13A10-06DD-7B5F-A22E-5D958D554D9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5251" name="Straight Arrow Connector 16">
            <a:extLst>
              <a:ext uri="{FF2B5EF4-FFF2-40B4-BE49-F238E27FC236}">
                <a16:creationId xmlns:a16="http://schemas.microsoft.com/office/drawing/2014/main" id="{247EAAC0-159B-6353-EF05-47E70AF077E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52" name="Text Box 20">
            <a:extLst>
              <a:ext uri="{FF2B5EF4-FFF2-40B4-BE49-F238E27FC236}">
                <a16:creationId xmlns:a16="http://schemas.microsoft.com/office/drawing/2014/main" id="{1090D8D2-197A-3AB1-AFD3-3D433BDDF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2533" name="Text Box 21">
            <a:extLst>
              <a:ext uri="{FF2B5EF4-FFF2-40B4-BE49-F238E27FC236}">
                <a16:creationId xmlns:a16="http://schemas.microsoft.com/office/drawing/2014/main" id="{60B39C83-09C3-0CB3-8539-80C3DDFF1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95254" name="Text Box 22">
            <a:extLst>
              <a:ext uri="{FF2B5EF4-FFF2-40B4-BE49-F238E27FC236}">
                <a16:creationId xmlns:a16="http://schemas.microsoft.com/office/drawing/2014/main" id="{39AF7EB5-E9EB-C30B-EA7B-3476761D6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92535" name="Straight Arrow Connector 16">
            <a:extLst>
              <a:ext uri="{FF2B5EF4-FFF2-40B4-BE49-F238E27FC236}">
                <a16:creationId xmlns:a16="http://schemas.microsoft.com/office/drawing/2014/main" id="{1385326C-1965-68AD-1C8E-2510011C8F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56" name="Straight Arrow Connector 16">
            <a:extLst>
              <a:ext uri="{FF2B5EF4-FFF2-40B4-BE49-F238E27FC236}">
                <a16:creationId xmlns:a16="http://schemas.microsoft.com/office/drawing/2014/main" id="{C1546249-07E5-92BE-69DC-5B8A0E261E2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3AEB21F-DCBD-8E33-A402-DEEF6915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2538" name="Slide Number Placeholder 11">
            <a:extLst>
              <a:ext uri="{FF2B5EF4-FFF2-40B4-BE49-F238E27FC236}">
                <a16:creationId xmlns:a16="http://schemas.microsoft.com/office/drawing/2014/main" id="{3E9BB47A-9647-3AA6-DBC7-278435EAD3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4C006A-78BB-4C1D-B036-706A285A1A7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A1DCD-9049-1A51-4F51-7A6BA1EB3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" panose="02020603050405020304" pitchFamily="18" charset="0"/>
              </a:rPr>
              <a:t>i &amp; j crossed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25809E-6 L 0.08003 -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5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0342E-6 L 0.07777 0.0025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95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7 0.00671 L -0.16059 0.00232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5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4" y="-23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4 0.00024 L -0.16129 0.0023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95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2" grpId="0"/>
      <p:bldP spid="95254" grpId="0"/>
      <p:bldP spid="1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D2AAEA88-FED7-01F3-6BA1-0A7EF9AB219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</a:p>
        </p:txBody>
      </p:sp>
      <p:graphicFrame>
        <p:nvGraphicFramePr>
          <p:cNvPr id="199683" name="Group 3">
            <a:extLst>
              <a:ext uri="{FF2B5EF4-FFF2-40B4-BE49-F238E27FC236}">
                <a16:creationId xmlns:a16="http://schemas.microsoft.com/office/drawing/2014/main" id="{B9A6E7CF-112C-18FB-4FB2-B0F781CC4D1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4579" name="Straight Arrow Connector 16">
            <a:extLst>
              <a:ext uri="{FF2B5EF4-FFF2-40B4-BE49-F238E27FC236}">
                <a16:creationId xmlns:a16="http://schemas.microsoft.com/office/drawing/2014/main" id="{942C0275-AD1C-8EA8-6344-757839A0101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80" name="Text Box 20">
            <a:extLst>
              <a:ext uri="{FF2B5EF4-FFF2-40B4-BE49-F238E27FC236}">
                <a16:creationId xmlns:a16="http://schemas.microsoft.com/office/drawing/2014/main" id="{0DD0C382-A7E0-9F5C-6AD6-F38CDFB4C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4581" name="Text Box 21">
            <a:extLst>
              <a:ext uri="{FF2B5EF4-FFF2-40B4-BE49-F238E27FC236}">
                <a16:creationId xmlns:a16="http://schemas.microsoft.com/office/drawing/2014/main" id="{6C6399ED-8654-07FF-1AE3-680E8F6BE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94582" name="Straight Arrow Connector 16">
            <a:extLst>
              <a:ext uri="{FF2B5EF4-FFF2-40B4-BE49-F238E27FC236}">
                <a16:creationId xmlns:a16="http://schemas.microsoft.com/office/drawing/2014/main" id="{65FF618D-B29B-5378-BD97-A0211A6FD7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83" name="Freeform 184">
            <a:extLst>
              <a:ext uri="{FF2B5EF4-FFF2-40B4-BE49-F238E27FC236}">
                <a16:creationId xmlns:a16="http://schemas.microsoft.com/office/drawing/2014/main" id="{3311ACB7-D643-68CD-4713-36F60F566ED4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B2135A-5996-DBFA-88CF-0246FDB2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4585" name="Slide Number Placeholder 9">
            <a:extLst>
              <a:ext uri="{FF2B5EF4-FFF2-40B4-BE49-F238E27FC236}">
                <a16:creationId xmlns:a16="http://schemas.microsoft.com/office/drawing/2014/main" id="{DA017A84-CCF5-9859-617F-CA2345C75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4D3F07-7AFF-43AA-83D8-003CB518E0B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4E4584EE-EDBB-F5D7-684F-A18BA0FFB4A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  <a:endParaRPr lang="en-US" sz="3400" cap="none" dirty="0">
              <a:ln>
                <a:noFill/>
              </a:ln>
              <a:solidFill>
                <a:schemeClr val="tx1"/>
              </a:solidFill>
              <a:latin typeface="Trebuchet MS" pitchFamily="34" charset="0"/>
            </a:endParaRPr>
          </a:p>
        </p:txBody>
      </p:sp>
      <p:graphicFrame>
        <p:nvGraphicFramePr>
          <p:cNvPr id="199683" name="Group 3">
            <a:extLst>
              <a:ext uri="{FF2B5EF4-FFF2-40B4-BE49-F238E27FC236}">
                <a16:creationId xmlns:a16="http://schemas.microsoft.com/office/drawing/2014/main" id="{CF8C1082-0B81-56FA-921B-F883F015DD4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6627" name="Straight Arrow Connector 16">
            <a:extLst>
              <a:ext uri="{FF2B5EF4-FFF2-40B4-BE49-F238E27FC236}">
                <a16:creationId xmlns:a16="http://schemas.microsoft.com/office/drawing/2014/main" id="{9E72A218-3354-CEBD-699F-27FC29F86A1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6628" name="Text Box 20">
            <a:extLst>
              <a:ext uri="{FF2B5EF4-FFF2-40B4-BE49-F238E27FC236}">
                <a16:creationId xmlns:a16="http://schemas.microsoft.com/office/drawing/2014/main" id="{DB0BA2E2-B722-7FFD-EDFB-B142B09AD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6629" name="Text Box 21">
            <a:extLst>
              <a:ext uri="{FF2B5EF4-FFF2-40B4-BE49-F238E27FC236}">
                <a16:creationId xmlns:a16="http://schemas.microsoft.com/office/drawing/2014/main" id="{8ED907D7-D159-2F0C-E127-DE2998372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96630" name="Straight Arrow Connector 16">
            <a:extLst>
              <a:ext uri="{FF2B5EF4-FFF2-40B4-BE49-F238E27FC236}">
                <a16:creationId xmlns:a16="http://schemas.microsoft.com/office/drawing/2014/main" id="{B92B83B9-AC35-0F2F-D821-E4430EB3C32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6631" name="Freeform 184">
            <a:extLst>
              <a:ext uri="{FF2B5EF4-FFF2-40B4-BE49-F238E27FC236}">
                <a16:creationId xmlns:a16="http://schemas.microsoft.com/office/drawing/2014/main" id="{B047FC51-F785-BDD1-4556-B0E5D28292DF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B2B956-A0CC-DEEA-59D8-2E7FCD49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6633" name="Slide Number Placeholder 9">
            <a:extLst>
              <a:ext uri="{FF2B5EF4-FFF2-40B4-BE49-F238E27FC236}">
                <a16:creationId xmlns:a16="http://schemas.microsoft.com/office/drawing/2014/main" id="{EEE00D33-17DF-FCD2-DEA9-FA91AB5A2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F48342-5996-4701-B839-8D9D20A25A4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9819F971-E2F1-E0DE-B22D-9B254317BED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:Recursive Calls</a:t>
            </a:r>
            <a:endParaRPr lang="en-US" altLang="en-US" cap="none">
              <a:ln>
                <a:noFill/>
              </a:ln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203804" name="Group 28">
            <a:extLst>
              <a:ext uri="{FF2B5EF4-FFF2-40B4-BE49-F238E27FC236}">
                <a16:creationId xmlns:a16="http://schemas.microsoft.com/office/drawing/2014/main" id="{58491865-365D-FB2A-C93C-145BE1D60F0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14825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3822" name="Text Box 46">
            <a:extLst>
              <a:ext uri="{FF2B5EF4-FFF2-40B4-BE49-F238E27FC236}">
                <a16:creationId xmlns:a16="http://schemas.microsoft.com/office/drawing/2014/main" id="{05BA62E6-1CEC-D8BD-BB85-02B7BEB94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013325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203823" name="Text Box 47">
            <a:extLst>
              <a:ext uri="{FF2B5EF4-FFF2-40B4-BE49-F238E27FC236}">
                <a16:creationId xmlns:a16="http://schemas.microsoft.com/office/drawing/2014/main" id="{ADB319CD-FF19-54A3-E5C0-40CB9F37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133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98677" name="Straight Arrow Connector 16">
            <a:extLst>
              <a:ext uri="{FF2B5EF4-FFF2-40B4-BE49-F238E27FC236}">
                <a16:creationId xmlns:a16="http://schemas.microsoft.com/office/drawing/2014/main" id="{CD14CAF3-F8A9-BE49-6E36-8F0B6576DA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49538" y="47101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78" name="Straight Arrow Connector 16">
            <a:extLst>
              <a:ext uri="{FF2B5EF4-FFF2-40B4-BE49-F238E27FC236}">
                <a16:creationId xmlns:a16="http://schemas.microsoft.com/office/drawing/2014/main" id="{7CD32F81-3F58-9109-D785-4CFBA448C4F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76325" y="47244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79" name="Straight Arrow Connector 16">
            <a:extLst>
              <a:ext uri="{FF2B5EF4-FFF2-40B4-BE49-F238E27FC236}">
                <a16:creationId xmlns:a16="http://schemas.microsoft.com/office/drawing/2014/main" id="{9372B103-7B01-94A0-3122-5EEF5ED258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25938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80" name="Text Box 51">
            <a:extLst>
              <a:ext uri="{FF2B5EF4-FFF2-40B4-BE49-F238E27FC236}">
                <a16:creationId xmlns:a16="http://schemas.microsoft.com/office/drawing/2014/main" id="{77D4E0E0-B172-472B-5D8A-F1B229AD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4964113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198681" name="Straight Arrow Connector 16">
            <a:extLst>
              <a:ext uri="{FF2B5EF4-FFF2-40B4-BE49-F238E27FC236}">
                <a16:creationId xmlns:a16="http://schemas.microsoft.com/office/drawing/2014/main" id="{6CD31FF2-6226-8C6A-C9C0-BC75812817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32413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82" name="Rectangle 53">
            <a:extLst>
              <a:ext uri="{FF2B5EF4-FFF2-40B4-BE49-F238E27FC236}">
                <a16:creationId xmlns:a16="http://schemas.microsoft.com/office/drawing/2014/main" id="{9CC24D64-B686-DCA7-AE69-4F1ECD9A3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4967288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/>
              <a:t>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7C5830C-1F8B-BE42-86A0-5E4BCA30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8684" name="Slide Number Placeholder 15">
            <a:extLst>
              <a:ext uri="{FF2B5EF4-FFF2-40B4-BE49-F238E27FC236}">
                <a16:creationId xmlns:a16="http://schemas.microsoft.com/office/drawing/2014/main" id="{9DB06E0C-8068-DABC-CFC2-170222892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018502-0338-4EBE-B3D5-30B30427C48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7" name="Group 3">
            <a:extLst>
              <a:ext uri="{FF2B5EF4-FFF2-40B4-BE49-F238E27FC236}">
                <a16:creationId xmlns:a16="http://schemas.microsoft.com/office/drawing/2014/main" id="{A3760EFE-1D21-01FC-8AD8-EB54478246C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8701" name="Straight Arrow Connector 16">
            <a:extLst>
              <a:ext uri="{FF2B5EF4-FFF2-40B4-BE49-F238E27FC236}">
                <a16:creationId xmlns:a16="http://schemas.microsoft.com/office/drawing/2014/main" id="{8986A9F1-7FBE-A271-4B47-8F1177E25A0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702" name="Straight Arrow Connector 16">
            <a:extLst>
              <a:ext uri="{FF2B5EF4-FFF2-40B4-BE49-F238E27FC236}">
                <a16:creationId xmlns:a16="http://schemas.microsoft.com/office/drawing/2014/main" id="{9E82299E-1937-383A-A862-F570E4BB30B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703" name="Freeform 184">
            <a:extLst>
              <a:ext uri="{FF2B5EF4-FFF2-40B4-BE49-F238E27FC236}">
                <a16:creationId xmlns:a16="http://schemas.microsoft.com/office/drawing/2014/main" id="{1CEE071A-68F7-ACBB-841F-AC01A6CAE0F8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98704" name="Text Box 20">
            <a:extLst>
              <a:ext uri="{FF2B5EF4-FFF2-40B4-BE49-F238E27FC236}">
                <a16:creationId xmlns:a16="http://schemas.microsoft.com/office/drawing/2014/main" id="{2A04E99C-F6C5-8529-C29A-E40D34712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8705" name="Text Box 21">
            <a:extLst>
              <a:ext uri="{FF2B5EF4-FFF2-40B4-BE49-F238E27FC236}">
                <a16:creationId xmlns:a16="http://schemas.microsoft.com/office/drawing/2014/main" id="{5AC2EEB3-6720-3DFE-13B6-7E12A6D9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8706" name="Text Box 21">
            <a:extLst>
              <a:ext uri="{FF2B5EF4-FFF2-40B4-BE49-F238E27FC236}">
                <a16:creationId xmlns:a16="http://schemas.microsoft.com/office/drawing/2014/main" id="{E3F0554D-C926-BC80-CC9D-5B1B6A264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8707" name="Text Box 20">
            <a:extLst>
              <a:ext uri="{FF2B5EF4-FFF2-40B4-BE49-F238E27FC236}">
                <a16:creationId xmlns:a16="http://schemas.microsoft.com/office/drawing/2014/main" id="{D5C56E6E-D826-31A4-6CDC-5903B77E4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200" y="45910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22" grpId="0"/>
      <p:bldP spid="20382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6175525-6129-3D05-F2FC-5D5F76ECDAD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1B161CA7-98A0-E5E5-4AD7-DEAE795EEAC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</a:rPr>
              <a:t>void</a:t>
            </a:r>
            <a:r>
              <a:rPr lang="en-US" altLang="en-US"/>
              <a:t> quick_sort( input_type a[ ], unsigned int n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 q_sort( a, 0, n-1 );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201AA-EBE4-284D-4BE1-2CCC8377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0709" name="Slide Number Placeholder 4">
            <a:extLst>
              <a:ext uri="{FF2B5EF4-FFF2-40B4-BE49-F238E27FC236}">
                <a16:creationId xmlns:a16="http://schemas.microsoft.com/office/drawing/2014/main" id="{CE06E957-1019-1A86-CD2E-08A88D3826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0C881D-9696-467A-9ABF-36630B12E05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56FCE7C-662C-5F1F-BA0D-7F2FEE047FA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1D6E45C9-0A62-B060-C376-152AF84683A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 = left; j = right - 1;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</a:t>
            </a:r>
            <a:r>
              <a:rPr lang="en-US" altLang="en-US" sz="1800">
                <a:solidFill>
                  <a:srgbClr val="6C2A5E"/>
                </a:solidFill>
              </a:rPr>
              <a:t>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swap( &amp;a[i], &amp;a[j]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r>
              <a:rPr lang="en-US" altLang="en-US" sz="1700">
                <a:solidFill>
                  <a:srgbClr val="FF0000"/>
                </a:solidFill>
              </a:rPr>
              <a:t>/*restore pivot*/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 -1 ); </a:t>
            </a:r>
            <a:r>
              <a:rPr lang="en-US" altLang="en-US" sz="1700">
                <a:solidFill>
                  <a:srgbClr val="FF0000"/>
                </a:solidFill>
              </a:rPr>
              <a:t>// left recursive call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 +1, right ); </a:t>
            </a:r>
            <a:r>
              <a:rPr lang="en-US" altLang="en-US" sz="1700">
                <a:solidFill>
                  <a:srgbClr val="FF0000"/>
                </a:solidFill>
              </a:rPr>
              <a:t>// lright recursive call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5C2EC-267F-ACE2-928C-0A75C4D0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2757" name="Slide Number Placeholder 4">
            <a:extLst>
              <a:ext uri="{FF2B5EF4-FFF2-40B4-BE49-F238E27FC236}">
                <a16:creationId xmlns:a16="http://schemas.microsoft.com/office/drawing/2014/main" id="{2245DE4A-30E0-423A-6F5C-C8D36B4DB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FC111D-D1CC-4B5B-891A-4744E1EBBC9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FC33B14-F9B4-F431-078D-97D34461AAE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FF42ADF6-A188-2193-B670-96DB188A7CC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swap( &amp;a[center], &amp;a[right-1] );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/* return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43087-1B2D-1AFB-65E9-B3D5CC56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4805" name="Slide Number Placeholder 4">
            <a:extLst>
              <a:ext uri="{FF2B5EF4-FFF2-40B4-BE49-F238E27FC236}">
                <a16:creationId xmlns:a16="http://schemas.microsoft.com/office/drawing/2014/main" id="{F4D90B2D-BC48-285E-49BA-FD012DD089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569BFE-B5F4-42F2-83FB-5BF7C288194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C378F1-AADC-3BD1-B409-3459109A7D2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63EF14DD-B603-5162-B934-27E59394222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swap( &amp;a[center], &amp;a[right-1] );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</a:t>
            </a:r>
            <a:r>
              <a:rPr lang="en-US" altLang="en-US" sz="2100">
                <a:solidFill>
                  <a:srgbClr val="FF0000"/>
                </a:solidFill>
              </a:rPr>
              <a:t>/* return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9F588-9F6D-28BF-002D-D90F4200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8475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206853" name="Slide Number Placeholder 4">
            <a:extLst>
              <a:ext uri="{FF2B5EF4-FFF2-40B4-BE49-F238E27FC236}">
                <a16:creationId xmlns:a16="http://schemas.microsoft.com/office/drawing/2014/main" id="{527D81BB-85D4-CC22-2DEF-8FE11DF02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67513" y="6553200"/>
            <a:ext cx="587375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9DBE8C-7AEE-4D15-9D5A-3F12274D32B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28FAADF0-024E-4213-4BC1-88E74EDB71C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878" name="Text Box 93">
            <a:extLst>
              <a:ext uri="{FF2B5EF4-FFF2-40B4-BE49-F238E27FC236}">
                <a16:creationId xmlns:a16="http://schemas.microsoft.com/office/drawing/2014/main" id="{33D30846-CFFC-4609-8D64-DD4D48D32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373313"/>
            <a:ext cx="1749425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left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1EC0A678-F1CD-23A3-4395-A85822D86B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107">
            <a:extLst>
              <a:ext uri="{FF2B5EF4-FFF2-40B4-BE49-F238E27FC236}">
                <a16:creationId xmlns:a16="http://schemas.microsoft.com/office/drawing/2014/main" id="{ADC0184D-08E8-9C83-1B79-2BF76EB23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206881" name="Straight Arrow Connector 16">
            <a:extLst>
              <a:ext uri="{FF2B5EF4-FFF2-40B4-BE49-F238E27FC236}">
                <a16:creationId xmlns:a16="http://schemas.microsoft.com/office/drawing/2014/main" id="{B758FC8E-F107-5E9C-449E-F0EDA7BBFC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85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6882" name="Text Box 109">
            <a:extLst>
              <a:ext uri="{FF2B5EF4-FFF2-40B4-BE49-F238E27FC236}">
                <a16:creationId xmlns:a16="http://schemas.microsoft.com/office/drawing/2014/main" id="{BACC7E9E-3936-8964-2A50-468F65EB9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344738"/>
            <a:ext cx="9826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</a:t>
            </a:r>
          </a:p>
        </p:txBody>
      </p:sp>
      <p:cxnSp>
        <p:nvCxnSpPr>
          <p:cNvPr id="206883" name="Straight Arrow Connector 16">
            <a:extLst>
              <a:ext uri="{FF2B5EF4-FFF2-40B4-BE49-F238E27FC236}">
                <a16:creationId xmlns:a16="http://schemas.microsoft.com/office/drawing/2014/main" id="{6D7CF044-E1B4-C5D3-2FCF-97A7E90955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2057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786F1F-53AC-6F94-4633-EF7E0D0DE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7B377CE-474A-BB27-30E7-9A2A2D7A06AC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C237372-8035-CCAD-EB4F-F311768C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9058302-B6A5-C88D-22D4-C5B307222E87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C15FE86-A740-7CCF-0B88-D19711E1A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36383A-F2CE-257A-FA41-08B6AA001AC7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555 L 0.34201 4.34783E-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416 L -0.34253 0.00139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2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409 0.00139 L 0.429 0.00139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46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416 L -0.77031 -4.6346E-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681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26 0.00624 L 0.7717 0.00069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63" y="-27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431 0.00763 L 0.00243 0.0006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7" grpId="0"/>
      <p:bldP spid="1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772CC63-B812-1F4A-1E57-0BB60FFE6D8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F93B90C3-A77F-33B2-F84B-B4249CBEE9F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 b="1">
                <a:solidFill>
                  <a:srgbClr val="4B0096"/>
                </a:solidFill>
              </a:rPr>
              <a:t>swap( &amp;a[center], &amp;a[right-1] );</a:t>
            </a:r>
            <a:r>
              <a:rPr lang="en-US" altLang="en-US" sz="2100" b="1"/>
              <a:t> </a:t>
            </a:r>
            <a:endParaRPr lang="en-US" altLang="en-US" sz="2100" b="1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99044-BF52-7E97-4AC6-BA5F0E2A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8475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208901" name="Slide Number Placeholder 4">
            <a:extLst>
              <a:ext uri="{FF2B5EF4-FFF2-40B4-BE49-F238E27FC236}">
                <a16:creationId xmlns:a16="http://schemas.microsoft.com/office/drawing/2014/main" id="{437D3025-9724-6238-6DF5-0250BFF669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67513" y="6553200"/>
            <a:ext cx="587375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68EF66-A9A2-4F6D-BDC4-588B865B2F1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C7D8F3A8-2803-341C-9D1D-578AB502DAD4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8926" name="Straight Arrow Connector 16">
            <a:extLst>
              <a:ext uri="{FF2B5EF4-FFF2-40B4-BE49-F238E27FC236}">
                <a16:creationId xmlns:a16="http://schemas.microsoft.com/office/drawing/2014/main" id="{D88BAAEB-364C-6EA0-AE32-A80C6E271B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27" name="Text Box 107">
            <a:extLst>
              <a:ext uri="{FF2B5EF4-FFF2-40B4-BE49-F238E27FC236}">
                <a16:creationId xmlns:a16="http://schemas.microsoft.com/office/drawing/2014/main" id="{50A64CFB-CFF9-10F2-A93B-8C65517F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208928" name="Straight Arrow Connector 16">
            <a:extLst>
              <a:ext uri="{FF2B5EF4-FFF2-40B4-BE49-F238E27FC236}">
                <a16:creationId xmlns:a16="http://schemas.microsoft.com/office/drawing/2014/main" id="{92F80FFE-590C-09CA-3F23-BB5CFA23908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29" name="Text Box 109">
            <a:extLst>
              <a:ext uri="{FF2B5EF4-FFF2-40B4-BE49-F238E27FC236}">
                <a16:creationId xmlns:a16="http://schemas.microsoft.com/office/drawing/2014/main" id="{372CF90B-B3E6-4F2A-E8AA-ED62A670A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344738"/>
            <a:ext cx="1066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 -1</a:t>
            </a:r>
          </a:p>
        </p:txBody>
      </p:sp>
      <p:sp>
        <p:nvSpPr>
          <p:cNvPr id="208930" name="TextBox 12">
            <a:extLst>
              <a:ext uri="{FF2B5EF4-FFF2-40B4-BE49-F238E27FC236}">
                <a16:creationId xmlns:a16="http://schemas.microsoft.com/office/drawing/2014/main" id="{B7B9EA47-8F3C-DD7F-6895-A26AD32E0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8EACD3-EF3B-B7BE-8CFD-3D44276D143F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937" name="TextBox 16">
            <a:extLst>
              <a:ext uri="{FF2B5EF4-FFF2-40B4-BE49-F238E27FC236}">
                <a16:creationId xmlns:a16="http://schemas.microsoft.com/office/drawing/2014/main" id="{BFA8E06B-BBF9-81EF-8F52-EBB1CC9D0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C9A453B-8F99-4B82-5C73-AB1F4B6EF4D9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944" name="TextBox 18">
            <a:extLst>
              <a:ext uri="{FF2B5EF4-FFF2-40B4-BE49-F238E27FC236}">
                <a16:creationId xmlns:a16="http://schemas.microsoft.com/office/drawing/2014/main" id="{53EF246F-9EED-667B-950C-2CE18D95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CE8835F-A2B3-8117-AC5F-44370300BB93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C33F53F3-8893-7158-C3FB-37E531E0A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5345113"/>
            <a:ext cx="1946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hide pivot */ </a:t>
            </a:r>
            <a:endParaRPr lang="en-US" altLang="en-US" sz="2000" b="1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F4FA43B-6222-C678-4B74-331BF7A9FD39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182429A-8B26-71E4-C0F4-24EE79A8DB8D}"/>
              </a:ext>
            </a:extLst>
          </p:cNvPr>
          <p:cNvGraphicFramePr>
            <a:graphicFrameLocks noGrp="1"/>
          </p:cNvGraphicFramePr>
          <p:nvPr/>
        </p:nvGraphicFramePr>
        <p:xfrm>
          <a:off x="65786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16">
            <a:extLst>
              <a:ext uri="{FF2B5EF4-FFF2-40B4-BE49-F238E27FC236}">
                <a16:creationId xmlns:a16="http://schemas.microsoft.com/office/drawing/2014/main" id="{49E0EAA1-ACED-B240-B38D-E25689998D4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819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109">
            <a:extLst>
              <a:ext uri="{FF2B5EF4-FFF2-40B4-BE49-F238E27FC236}">
                <a16:creationId xmlns:a16="http://schemas.microsoft.com/office/drawing/2014/main" id="{D79A1FE3-A864-B227-F85B-103EA9CD7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35313"/>
            <a:ext cx="8382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A935A7-A63C-644B-4685-13FFEA0A3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5710238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return pivot */ </a:t>
            </a:r>
            <a:endParaRPr lang="en-US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0416 L 0.34358 -0.00139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347 L -0.34341 0.00208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9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07291EC-839B-6249-D66D-A0D8F744B30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47C0C960-DE29-C0C2-B8FC-CB601FDAACD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i=left; j=right-1;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 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 </a:t>
            </a:r>
            <a:r>
              <a:rPr lang="en-US" altLang="en-US" sz="1800">
                <a:solidFill>
                  <a:srgbClr val="6C2A5E"/>
                </a:solidFill>
              </a:rPr>
              <a:t>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 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    </a:t>
            </a:r>
            <a:r>
              <a:rPr lang="en-US" altLang="en-US" sz="1800">
                <a:solidFill>
                  <a:srgbClr val="6C2A5E"/>
                </a:solidFill>
              </a:rPr>
              <a:t>swap( &amp;a[i], &amp;a[j] </a:t>
            </a:r>
            <a:r>
              <a:rPr lang="en-US" altLang="en-US" sz="1800"/>
              <a:t>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i-1 );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i+1, right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0734B-76C8-F2DF-80A8-F18E8DA5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10949" name="Slide Number Placeholder 4">
            <a:extLst>
              <a:ext uri="{FF2B5EF4-FFF2-40B4-BE49-F238E27FC236}">
                <a16:creationId xmlns:a16="http://schemas.microsoft.com/office/drawing/2014/main" id="{CC9DD70E-38B0-B4C7-EC69-5A4368AC8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FEC56F-C9CE-4C94-B6C9-87922A96053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6" name="Group 92">
            <a:extLst>
              <a:ext uri="{FF2B5EF4-FFF2-40B4-BE49-F238E27FC236}">
                <a16:creationId xmlns:a16="http://schemas.microsoft.com/office/drawing/2014/main" id="{4B40F927-39EC-84B0-1CF9-34B278F7652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93">
            <a:extLst>
              <a:ext uri="{FF2B5EF4-FFF2-40B4-BE49-F238E27FC236}">
                <a16:creationId xmlns:a16="http://schemas.microsoft.com/office/drawing/2014/main" id="{E111C8FC-876C-E21C-D0B9-630F86005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552575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= left</a:t>
            </a:r>
          </a:p>
        </p:txBody>
      </p:sp>
      <p:sp>
        <p:nvSpPr>
          <p:cNvPr id="21" name="Text Box 109">
            <a:extLst>
              <a:ext uri="{FF2B5EF4-FFF2-40B4-BE49-F238E27FC236}">
                <a16:creationId xmlns:a16="http://schemas.microsoft.com/office/drawing/2014/main" id="{B7110753-5BFD-59A5-E636-AF070D3FF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690688"/>
            <a:ext cx="1447800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= right -1</a:t>
            </a:r>
          </a:p>
        </p:txBody>
      </p:sp>
      <p:cxnSp>
        <p:nvCxnSpPr>
          <p:cNvPr id="22" name="Straight Arrow Connector 16">
            <a:extLst>
              <a:ext uri="{FF2B5EF4-FFF2-40B4-BE49-F238E27FC236}">
                <a16:creationId xmlns:a16="http://schemas.microsoft.com/office/drawing/2014/main" id="{B3E406AF-5F19-1989-F8EA-8F110928F5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1600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0D6D330-2CE0-1E26-C344-B18F9DB2D7B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0E06D01-3FFB-EBA4-B865-792E8B221720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1493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454E050-87DD-C2F9-16D6-597F9FC5C660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 109">
            <a:extLst>
              <a:ext uri="{FF2B5EF4-FFF2-40B4-BE49-F238E27FC236}">
                <a16:creationId xmlns:a16="http://schemas.microsoft.com/office/drawing/2014/main" id="{2E218557-B626-1ABF-CD18-E3C24B59E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D742FA-BD76-88A1-7A7F-B1F68C153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724150"/>
            <a:ext cx="45720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/*</a:t>
            </a:r>
            <a:r>
              <a:rPr lang="en-US" altLang="en-US" sz="1800">
                <a:solidFill>
                  <a:srgbClr val="FF0000"/>
                </a:solidFill>
              </a:rPr>
              <a:t>  while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i="1">
                <a:solidFill>
                  <a:srgbClr val="FF0000"/>
                </a:solidFill>
              </a:rPr>
              <a:t> </a:t>
            </a:r>
            <a:r>
              <a:rPr lang="en-US" altLang="en-US" sz="1800">
                <a:solidFill>
                  <a:srgbClr val="FF0000"/>
                </a:solidFill>
              </a:rPr>
              <a:t>is to the </a:t>
            </a:r>
            <a:r>
              <a:rPr lang="en-US" altLang="en-US" sz="1800">
                <a:solidFill>
                  <a:srgbClr val="0000CC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0000CC"/>
                </a:solidFill>
              </a:rPr>
              <a:t>,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smaller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larger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  <a:r>
              <a:rPr lang="en-US" altLang="en-US" sz="1800"/>
              <a:t>.    </a:t>
            </a:r>
            <a:r>
              <a:rPr lang="en-US" altLang="en-US" sz="1800" b="1">
                <a:solidFill>
                  <a:srgbClr val="FF0000"/>
                </a:solidFill>
              </a:rPr>
              <a:t>*/</a:t>
            </a:r>
          </a:p>
        </p:txBody>
      </p:sp>
      <p:cxnSp>
        <p:nvCxnSpPr>
          <p:cNvPr id="20" name="Straight Arrow Connector 16">
            <a:extLst>
              <a:ext uri="{FF2B5EF4-FFF2-40B4-BE49-F238E27FC236}">
                <a16:creationId xmlns:a16="http://schemas.microsoft.com/office/drawing/2014/main" id="{7422BF00-2F91-3525-9F17-7441F61330A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56413" y="1524000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6">
            <a:extLst>
              <a:ext uri="{FF2B5EF4-FFF2-40B4-BE49-F238E27FC236}">
                <a16:creationId xmlns:a16="http://schemas.microsoft.com/office/drawing/2014/main" id="{CF058BE3-3676-54CE-530B-711E3320D6C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1363" y="2033588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F69DE43-DD19-3643-CB3C-C446FDC85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284663"/>
            <a:ext cx="396240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/* If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is to the left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those elements are swapped  */ </a:t>
            </a:r>
          </a:p>
        </p:txBody>
      </p:sp>
      <p:cxnSp>
        <p:nvCxnSpPr>
          <p:cNvPr id="33" name="Straight Arrow Connector 16">
            <a:extLst>
              <a:ext uri="{FF2B5EF4-FFF2-40B4-BE49-F238E27FC236}">
                <a16:creationId xmlns:a16="http://schemas.microsoft.com/office/drawing/2014/main" id="{E99DD45A-A2D0-A231-8E95-DB804125B2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5351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107">
            <a:extLst>
              <a:ext uri="{FF2B5EF4-FFF2-40B4-BE49-F238E27FC236}">
                <a16:creationId xmlns:a16="http://schemas.microsoft.com/office/drawing/2014/main" id="{651C3E7B-D837-0A99-5984-DC0E7673B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1773238"/>
            <a:ext cx="1443038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center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81F93DF-79EB-E1E2-2BE4-A5A4D7DEDCB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4CBCDCA-9475-BC7A-CF96-E82F43588D31}"/>
              </a:ext>
            </a:extLst>
          </p:cNvPr>
          <p:cNvGraphicFramePr>
            <a:graphicFrameLocks noGrp="1"/>
          </p:cNvGraphicFramePr>
          <p:nvPr/>
        </p:nvGraphicFramePr>
        <p:xfrm>
          <a:off x="6592888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7" grpId="0" animBg="1"/>
      <p:bldP spid="28" grpId="0"/>
      <p:bldP spid="32" grpId="0"/>
      <p:bldP spid="3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B1967B8-ECA4-06F7-D709-8B60240525D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4E27900C-B72B-95DF-4F2E-3FF3C30179F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i=left; j=right-1;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 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</a:t>
            </a:r>
            <a:r>
              <a:rPr lang="en-US" altLang="en-US" sz="1800">
                <a:solidFill>
                  <a:srgbClr val="6C2A5E"/>
                </a:solidFill>
              </a:rPr>
              <a:t> 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 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    </a:t>
            </a:r>
            <a:r>
              <a:rPr lang="en-US" altLang="en-US" sz="1800">
                <a:solidFill>
                  <a:srgbClr val="6C2A5E"/>
                </a:solidFill>
              </a:rPr>
              <a:t>swap( &amp;a[i], &amp;a[j]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6C2A5E"/>
                </a:solidFill>
              </a:rPr>
              <a:t>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i-1 );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i+1, right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A4FE1-5D8D-E822-DCD5-20FD0D60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12997" name="Slide Number Placeholder 4">
            <a:extLst>
              <a:ext uri="{FF2B5EF4-FFF2-40B4-BE49-F238E27FC236}">
                <a16:creationId xmlns:a16="http://schemas.microsoft.com/office/drawing/2014/main" id="{0AC3455F-4469-5DC0-23EC-279B825C59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0D85CD-704E-4FB5-899F-A48D9504DC2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6" name="Group 92">
            <a:extLst>
              <a:ext uri="{FF2B5EF4-FFF2-40B4-BE49-F238E27FC236}">
                <a16:creationId xmlns:a16="http://schemas.microsoft.com/office/drawing/2014/main" id="{919631AE-412F-47DA-8073-BC2414C9A021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93">
            <a:extLst>
              <a:ext uri="{FF2B5EF4-FFF2-40B4-BE49-F238E27FC236}">
                <a16:creationId xmlns:a16="http://schemas.microsoft.com/office/drawing/2014/main" id="{69236BB7-16FE-9096-42FB-B5E642823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113" y="1566863"/>
            <a:ext cx="446087" cy="646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</a:p>
        </p:txBody>
      </p:sp>
      <p:sp>
        <p:nvSpPr>
          <p:cNvPr id="21" name="Text Box 109">
            <a:extLst>
              <a:ext uri="{FF2B5EF4-FFF2-40B4-BE49-F238E27FC236}">
                <a16:creationId xmlns:a16="http://schemas.microsoft.com/office/drawing/2014/main" id="{A75831A5-2DE5-765D-461A-D28D14DE7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0" y="1746250"/>
            <a:ext cx="14478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right -1</a:t>
            </a:r>
          </a:p>
        </p:txBody>
      </p:sp>
      <p:cxnSp>
        <p:nvCxnSpPr>
          <p:cNvPr id="213024" name="Straight Arrow Connector 16">
            <a:extLst>
              <a:ext uri="{FF2B5EF4-FFF2-40B4-BE49-F238E27FC236}">
                <a16:creationId xmlns:a16="http://schemas.microsoft.com/office/drawing/2014/main" id="{0C8CB48E-C57A-BB94-B6E0-A1B5BA0D556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328444" y="1696244"/>
            <a:ext cx="304800" cy="1588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04B7FFA-6F48-5A2C-4485-AB0C976FDA61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3909A47-CA49-B22D-746C-CEC47A315DF1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1493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 109">
            <a:extLst>
              <a:ext uri="{FF2B5EF4-FFF2-40B4-BE49-F238E27FC236}">
                <a16:creationId xmlns:a16="http://schemas.microsoft.com/office/drawing/2014/main" id="{929C533E-F0DD-7041-BC67-2E227A8EA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4BE731-83E6-3817-290C-68610E293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5345113"/>
            <a:ext cx="1954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/*restore pivot*/ </a:t>
            </a:r>
            <a:endParaRPr lang="en-US" altLang="en-US" sz="1800" b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BCB96D-B77B-C301-8638-072455BC6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5653088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left recursive call</a:t>
            </a:r>
            <a:endParaRPr lang="en-US" altLang="en-US" sz="1800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B394DC-42CD-51F8-1111-161C0166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5929313"/>
            <a:ext cx="249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lright recursive call</a:t>
            </a:r>
            <a:endParaRPr lang="en-US" altLang="en-US" sz="1800" b="1"/>
          </a:p>
        </p:txBody>
      </p:sp>
      <p:cxnSp>
        <p:nvCxnSpPr>
          <p:cNvPr id="213041" name="Straight Arrow Connector 16">
            <a:extLst>
              <a:ext uri="{FF2B5EF4-FFF2-40B4-BE49-F238E27FC236}">
                <a16:creationId xmlns:a16="http://schemas.microsoft.com/office/drawing/2014/main" id="{6B853491-2EA3-FD28-FAC1-5926863200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56413" y="1524000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6">
            <a:extLst>
              <a:ext uri="{FF2B5EF4-FFF2-40B4-BE49-F238E27FC236}">
                <a16:creationId xmlns:a16="http://schemas.microsoft.com/office/drawing/2014/main" id="{4F965ECA-AA47-4B01-3E9D-B66019C981E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1363" y="2033588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DBEA501-ACB9-14D1-5ACF-C4650BAFE379}"/>
              </a:ext>
            </a:extLst>
          </p:cNvPr>
          <p:cNvGraphicFramePr>
            <a:graphicFrameLocks noGrp="1"/>
          </p:cNvGraphicFramePr>
          <p:nvPr/>
        </p:nvGraphicFramePr>
        <p:xfrm>
          <a:off x="5014913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7B89D6E-7E3A-5F9D-3AFF-C9F8640EE2CD}"/>
              </a:ext>
            </a:extLst>
          </p:cNvPr>
          <p:cNvGraphicFramePr>
            <a:graphicFrameLocks noGrp="1"/>
          </p:cNvGraphicFramePr>
          <p:nvPr/>
        </p:nvGraphicFramePr>
        <p:xfrm>
          <a:off x="6592888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DAC22B12-CCBE-7C7E-804B-8BD6073FB09A}"/>
              </a:ext>
            </a:extLst>
          </p:cNvPr>
          <p:cNvSpPr/>
          <p:nvPr/>
        </p:nvSpPr>
        <p:spPr>
          <a:xfrm>
            <a:off x="304800" y="1143000"/>
            <a:ext cx="46482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2EBFE0-C267-C936-AEA4-A8840A3E8289}"/>
              </a:ext>
            </a:extLst>
          </p:cNvPr>
          <p:cNvSpPr/>
          <p:nvPr/>
        </p:nvSpPr>
        <p:spPr>
          <a:xfrm>
            <a:off x="5791200" y="1143000"/>
            <a:ext cx="2376488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Text Box 93">
            <a:extLst>
              <a:ext uri="{FF2B5EF4-FFF2-40B4-BE49-F238E27FC236}">
                <a16:creationId xmlns:a16="http://schemas.microsoft.com/office/drawing/2014/main" id="{AE34AF37-C7A7-B00E-233F-6295177E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2575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left</a:t>
            </a:r>
          </a:p>
        </p:txBody>
      </p:sp>
      <p:cxnSp>
        <p:nvCxnSpPr>
          <p:cNvPr id="213058" name="Straight Arrow Connector 16">
            <a:extLst>
              <a:ext uri="{FF2B5EF4-FFF2-40B4-BE49-F238E27FC236}">
                <a16:creationId xmlns:a16="http://schemas.microsoft.com/office/drawing/2014/main" id="{0970E185-019E-E968-3DFD-D1410C1CF5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1585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3059" name="Straight Arrow Connector 16">
            <a:extLst>
              <a:ext uri="{FF2B5EF4-FFF2-40B4-BE49-F238E27FC236}">
                <a16:creationId xmlns:a16="http://schemas.microsoft.com/office/drawing/2014/main" id="{338B1414-BD9C-5521-16C3-03DA898AA5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53363" y="150177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3060" name="Text Box 109">
            <a:extLst>
              <a:ext uri="{FF2B5EF4-FFF2-40B4-BE49-F238E27FC236}">
                <a16:creationId xmlns:a16="http://schemas.microsoft.com/office/drawing/2014/main" id="{774A483E-711B-A8ED-E1C2-3798E9A1E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1724025"/>
            <a:ext cx="72866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45" name="Text Box 93">
            <a:extLst>
              <a:ext uri="{FF2B5EF4-FFF2-40B4-BE49-F238E27FC236}">
                <a16:creationId xmlns:a16="http://schemas.microsoft.com/office/drawing/2014/main" id="{2835E4FA-DD5E-367F-C5F6-2A7B3D10D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574800"/>
            <a:ext cx="446088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</a:t>
            </a:r>
          </a:p>
        </p:txBody>
      </p:sp>
      <p:cxnSp>
        <p:nvCxnSpPr>
          <p:cNvPr id="213062" name="Straight Arrow Connector 16">
            <a:extLst>
              <a:ext uri="{FF2B5EF4-FFF2-40B4-BE49-F238E27FC236}">
                <a16:creationId xmlns:a16="http://schemas.microsoft.com/office/drawing/2014/main" id="{BB294660-E2F6-1659-8039-CFF7CDB3B29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564732" y="1704181"/>
            <a:ext cx="304800" cy="1587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3063" name="Rectangle 46">
            <a:extLst>
              <a:ext uri="{FF2B5EF4-FFF2-40B4-BE49-F238E27FC236}">
                <a16:creationId xmlns:a16="http://schemas.microsoft.com/office/drawing/2014/main" id="{56344A4D-179A-C503-2D69-AE86E6E75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72000"/>
            <a:ext cx="502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 loop terminated </a:t>
            </a:r>
            <a:r>
              <a:rPr lang="en-US" altLang="en-US" sz="1800" b="1" i="1">
                <a:solidFill>
                  <a:srgbClr val="FF0000"/>
                </a:solidFill>
              </a:rPr>
              <a:t>when ( </a:t>
            </a:r>
            <a:r>
              <a:rPr lang="en-US" altLang="en-US" sz="1800" b="1" i="1">
                <a:solidFill>
                  <a:srgbClr val="0000CC"/>
                </a:solidFill>
              </a:rPr>
              <a:t>i &gt; j </a:t>
            </a:r>
            <a:r>
              <a:rPr lang="en-US" altLang="en-US" sz="1800" b="1" i="1">
                <a:solidFill>
                  <a:srgbClr val="FF0000"/>
                </a:solidFill>
              </a:rPr>
              <a:t>) i.e.,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FF0000"/>
                </a:solidFill>
              </a:rPr>
              <a:t> and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  have crossed </a:t>
            </a:r>
            <a:r>
              <a:rPr lang="en-US" altLang="en-US" sz="1800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solidFill>
                  <a:srgbClr val="FF0000"/>
                </a:solidFill>
              </a:rPr>
              <a:t>so no swap is performed 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71 -0.00138 L 0.1717 -4.5698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91" y="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68 -0.00555 L -0.17257 -4.56984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5 L -0.17709 0.0120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-23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6 L -0.17344 0.01457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0" grpId="0"/>
      <p:bldP spid="31" grpId="0"/>
      <p:bldP spid="38" grpId="0" animBg="1"/>
      <p:bldP spid="3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C01D4BA4-115E-F9D5-DD34-532794C2915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</a:rPr>
              <a:t>Linear Order Sorting Algorithms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2FFED84A-C368-97C8-EEF2-9A55747D99EC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Counting Sort</a:t>
            </a:r>
          </a:p>
          <a:p>
            <a:r>
              <a:rPr lang="en-US" altLang="en-US"/>
              <a:t>Radix Sort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5_Opulen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>
    <a:extraClrScheme>
      <a:clrScheme name="Opulent 1">
        <a:dk1>
          <a:srgbClr val="000000"/>
        </a:dk1>
        <a:lt1>
          <a:srgbClr val="FFFFFF"/>
        </a:lt1>
        <a:dk2>
          <a:srgbClr val="B13F9A"/>
        </a:dk2>
        <a:lt2>
          <a:srgbClr val="F4E7ED"/>
        </a:lt2>
        <a:accent1>
          <a:srgbClr val="B83D68"/>
        </a:accent1>
        <a:accent2>
          <a:srgbClr val="AC66BB"/>
        </a:accent2>
        <a:accent3>
          <a:srgbClr val="FFFFFF"/>
        </a:accent3>
        <a:accent4>
          <a:srgbClr val="000000"/>
        </a:accent4>
        <a:accent5>
          <a:srgbClr val="D8AFB9"/>
        </a:accent5>
        <a:accent6>
          <a:srgbClr val="9B5CA9"/>
        </a:accent6>
        <a:hlink>
          <a:srgbClr val="FFDE66"/>
        </a:hlink>
        <a:folHlink>
          <a:srgbClr val="D490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pulent 2">
        <a:dk1>
          <a:srgbClr val="000000"/>
        </a:dk1>
        <a:lt1>
          <a:srgbClr val="FFFFFF"/>
        </a:lt1>
        <a:dk2>
          <a:srgbClr val="B4AB3C"/>
        </a:dk2>
        <a:lt2>
          <a:srgbClr val="F4E7ED"/>
        </a:lt2>
        <a:accent1>
          <a:srgbClr val="B83D68"/>
        </a:accent1>
        <a:accent2>
          <a:srgbClr val="AC66BB"/>
        </a:accent2>
        <a:accent3>
          <a:srgbClr val="FFFFFF"/>
        </a:accent3>
        <a:accent4>
          <a:srgbClr val="000000"/>
        </a:accent4>
        <a:accent5>
          <a:srgbClr val="D8AFB9"/>
        </a:accent5>
        <a:accent6>
          <a:srgbClr val="9B5CA9"/>
        </a:accent6>
        <a:hlink>
          <a:srgbClr val="FFDE66"/>
        </a:hlink>
        <a:folHlink>
          <a:srgbClr val="D490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pulent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259957CA0FD74CA6B93C94E3B6940B" ma:contentTypeVersion="3" ma:contentTypeDescription="Create a new document." ma:contentTypeScope="" ma:versionID="0e778c8b9669a05a6ccbb6bb5b65ba65">
  <xsd:schema xmlns:xsd="http://www.w3.org/2001/XMLSchema" xmlns:xs="http://www.w3.org/2001/XMLSchema" xmlns:p="http://schemas.microsoft.com/office/2006/metadata/properties" xmlns:ns2="5190cc7a-b112-49bd-adfa-a63e84871a11" targetNamespace="http://schemas.microsoft.com/office/2006/metadata/properties" ma:root="true" ma:fieldsID="2139bc1d300a0b4952bfe7914fa75cd8" ns2:_="">
    <xsd:import namespace="5190cc7a-b112-49bd-adfa-a63e84871a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0cc7a-b112-49bd-adfa-a63e84871a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EAB171-011A-463B-85BC-FCF5B5812C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AD193A-D592-4097-A390-8DAF28C66B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0cc7a-b112-49bd-adfa-a63e84871a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3378</TotalTime>
  <Words>14013</Words>
  <Application>Microsoft Office PowerPoint</Application>
  <PresentationFormat>On-screen Show (4:3)</PresentationFormat>
  <Paragraphs>2562</Paragraphs>
  <Slides>102</Slides>
  <Notes>101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102</vt:i4>
      </vt:variant>
    </vt:vector>
  </HeadingPairs>
  <TitlesOfParts>
    <vt:vector size="104" baseType="lpstr">
      <vt:lpstr>5_Opulent</vt:lpstr>
      <vt:lpstr>Custom Design</vt:lpstr>
      <vt:lpstr>Sorting</vt:lpstr>
      <vt:lpstr>Introduction</vt:lpstr>
      <vt:lpstr>Introduction</vt:lpstr>
      <vt:lpstr>Introduction</vt:lpstr>
      <vt:lpstr>Introduction</vt:lpstr>
      <vt:lpstr>Introduction</vt:lpstr>
      <vt:lpstr>Bubble Sort</vt:lpstr>
      <vt:lpstr>Bubble Sort</vt:lpstr>
      <vt:lpstr>Bubble Sort</vt:lpstr>
      <vt:lpstr>Bubble Sort</vt:lpstr>
      <vt:lpstr>Bubble Sort</vt:lpstr>
      <vt:lpstr>Bubble Sort Example (First Pass)</vt:lpstr>
      <vt:lpstr>Bubble Sort Example (Second Pass)</vt:lpstr>
      <vt:lpstr>Bubble Sort Example (Third Pass)</vt:lpstr>
      <vt:lpstr>Bubble Sort Example (Fourth Pass)</vt:lpstr>
      <vt:lpstr>Bubble Sort Example (Fifth Pass)</vt:lpstr>
      <vt:lpstr>Bubble Sort Example (Sixth Pass)</vt:lpstr>
      <vt:lpstr>Bubble Sort Example (Seventh Pass)</vt:lpstr>
      <vt:lpstr>Bubble Sort</vt:lpstr>
      <vt:lpstr>Bubble Sort – output(1) worst case</vt:lpstr>
      <vt:lpstr>Bubble Sort – output(2) mixed data</vt:lpstr>
      <vt:lpstr>Bubble Sort – output(1) Best case</vt:lpstr>
      <vt:lpstr>Bubble Sort</vt:lpstr>
      <vt:lpstr>Bubble Sort – output(1) worst case</vt:lpstr>
      <vt:lpstr>Bubble Sort – output (1) best case</vt:lpstr>
      <vt:lpstr>Insertion Sort</vt:lpstr>
      <vt:lpstr>Insertion Sort</vt:lpstr>
      <vt:lpstr>Insertion Sort Example (First Pass)</vt:lpstr>
      <vt:lpstr>Insertion Sort Example (Second Pass)</vt:lpstr>
      <vt:lpstr>Insertion Sort Example (Third Pass)</vt:lpstr>
      <vt:lpstr>Insertion Sort Example (Fourth Pass)</vt:lpstr>
      <vt:lpstr>Insertion Sort Example (Fifth Pass)</vt:lpstr>
      <vt:lpstr>Insertion Sort Example (Sixth Pass)</vt:lpstr>
      <vt:lpstr>Insertion Sort Example (Sixth Pass)</vt:lpstr>
      <vt:lpstr>Insertion Sort Example (Sixth Pass)</vt:lpstr>
      <vt:lpstr>Analysis of Insertion Sort</vt:lpstr>
      <vt:lpstr>Selection Sort</vt:lpstr>
      <vt:lpstr>Selection Sort</vt:lpstr>
      <vt:lpstr>PowerPoint Presentation</vt:lpstr>
      <vt:lpstr>Selection Sort Example </vt:lpstr>
      <vt:lpstr>Selection Sort Example - continued</vt:lpstr>
      <vt:lpstr>Selection Sort vs Insertion Sort</vt:lpstr>
      <vt:lpstr>Comparisons of different sorting algorithms</vt:lpstr>
      <vt:lpstr>Merge Sort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</vt:lpstr>
      <vt:lpstr>Merge Sort</vt:lpstr>
      <vt:lpstr>Merge procedure</vt:lpstr>
      <vt:lpstr>Merge procedure</vt:lpstr>
      <vt:lpstr>Merge Sort Example (recursive Function Calls)</vt:lpstr>
      <vt:lpstr>Merge Sort Example (Merging process)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Quick Sort</vt:lpstr>
      <vt:lpstr>Quick Sort</vt:lpstr>
      <vt:lpstr>Quick Sort</vt:lpstr>
      <vt:lpstr>PowerPoint Presentation</vt:lpstr>
      <vt:lpstr>Quick Sort – Selecting the Pivot</vt:lpstr>
      <vt:lpstr>Quick Sort – Selecting the Pivot</vt:lpstr>
      <vt:lpstr>QuickSort :Partitioning strategy  Example</vt:lpstr>
      <vt:lpstr>QuickSort :Partitioning strategy  Step 1</vt:lpstr>
      <vt:lpstr>QuickSort :Partitioning strategy   Step 1</vt:lpstr>
      <vt:lpstr>QuickSort :Partitioning strategy   Step 1</vt:lpstr>
      <vt:lpstr>QuickSort :Partitioning strategy   Step 1</vt:lpstr>
      <vt:lpstr>QuickSort :Partitioning strategy   Step 2</vt:lpstr>
      <vt:lpstr>QuickSort :Partitioning strategy   Step 2</vt:lpstr>
      <vt:lpstr>QuickSort :Partitioning strategy   Step 3</vt:lpstr>
      <vt:lpstr>QuickSort :Partitioning strategy   Step 3</vt:lpstr>
      <vt:lpstr>QuickSort :Partitioning strategy   Step 3</vt:lpstr>
      <vt:lpstr>QuickSort : Recursive calls</vt:lpstr>
      <vt:lpstr>QuickSort : Left Recursive call</vt:lpstr>
      <vt:lpstr>QuickSort : Left Recursive call Pivot Selection</vt:lpstr>
      <vt:lpstr>QuickSort : Left Recursive call Pivot Swap out</vt:lpstr>
      <vt:lpstr>QuickSort : Left Recursive call Movements</vt:lpstr>
      <vt:lpstr>QuickSort : Left Recursive call Swap</vt:lpstr>
      <vt:lpstr>QuickSort : Left Recursive call Step 1: Swap</vt:lpstr>
      <vt:lpstr>QuickSort : Left Recursive call Movements</vt:lpstr>
      <vt:lpstr>QuickSort : Left Recursive call Swap with the pivot</vt:lpstr>
      <vt:lpstr>QuickSort : Left Recursive call Swap with the pivot</vt:lpstr>
      <vt:lpstr>QuickSort :Recursive Calls</vt:lpstr>
      <vt:lpstr>QuickSort</vt:lpstr>
      <vt:lpstr>QuickSort: Core Function</vt:lpstr>
      <vt:lpstr>QuickSort: Medians</vt:lpstr>
      <vt:lpstr>QuickSort: Medians</vt:lpstr>
      <vt:lpstr>QuickSort: Medians</vt:lpstr>
      <vt:lpstr>QuickSort: Core Function</vt:lpstr>
      <vt:lpstr>QuickSort: Core Function</vt:lpstr>
      <vt:lpstr>Linear Order Sorting Algorithms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and Queues</dc:title>
  <dc:creator>Group</dc:creator>
  <cp:lastModifiedBy>Prof. Dr. Ahmar Rashid</cp:lastModifiedBy>
  <cp:revision>491</cp:revision>
  <dcterms:created xsi:type="dcterms:W3CDTF">2011-10-06T04:15:43Z</dcterms:created>
  <dcterms:modified xsi:type="dcterms:W3CDTF">2025-10-18T09:04:47Z</dcterms:modified>
</cp:coreProperties>
</file>